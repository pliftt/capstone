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Montserrat Ultra-Bold Italics" charset="1" panose="00000900000000000000"/>
      <p:regular r:id="rId29"/>
    </p:embeddedFont>
    <p:embeddedFont>
      <p:font typeface="Montserrat Bold" charset="1" panose="00000800000000000000"/>
      <p:regular r:id="rId30"/>
    </p:embeddedFont>
    <p:embeddedFont>
      <p:font typeface="Montserrat" charset="1" panose="00000500000000000000"/>
      <p:regular r:id="rId31"/>
    </p:embeddedFont>
    <p:embeddedFont>
      <p:font typeface="Montserrat Light" charset="1" panose="00000400000000000000"/>
      <p:regular r:id="rId32"/>
    </p:embeddedFont>
    <p:embeddedFont>
      <p:font typeface="Oswald Bold" charset="1" panose="00000800000000000000"/>
      <p:regular r:id="rId36"/>
    </p:embeddedFont>
    <p:embeddedFont>
      <p:font typeface="Open Sans Italics" charset="1" panose="020B0606030504020204"/>
      <p:regular r:id="rId37"/>
    </p:embeddedFont>
    <p:embeddedFont>
      <p:font typeface="Arimo Bold" charset="1" panose="020B0704020202020204"/>
      <p:regular r:id="rId40"/>
    </p:embeddedFont>
    <p:embeddedFont>
      <p:font typeface="Arimo" charset="1" panose="020B0604020202020204"/>
      <p:regular r:id="rId41"/>
    </p:embeddedFont>
    <p:embeddedFont>
      <p:font typeface="Montserrat Ultra-Bold" charset="1" panose="00000900000000000000"/>
      <p:regular r:id="rId44"/>
    </p:embeddedFont>
    <p:embeddedFont>
      <p:font typeface="Aileron Bold" charset="1" panose="00000800000000000000"/>
      <p:regular r:id="rId48"/>
    </p:embeddedFont>
    <p:embeddedFont>
      <p:font typeface="Aileron" charset="1" panose="00000500000000000000"/>
      <p:regular r:id="rId49"/>
    </p:embeddedFont>
    <p:embeddedFont>
      <p:font typeface="Open Sans Bold" charset="1" panose="020B0806030504020204"/>
      <p:regular r:id="rId54"/>
    </p:embeddedFont>
    <p:embeddedFont>
      <p:font typeface="Open Sans" charset="1" panose="020B0606030504020204"/>
      <p:regular r:id="rId5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notesMasters/notesMaster1.xml" Type="http://schemas.openxmlformats.org/officeDocument/2006/relationships/notesMaster"/><Relationship Id="rId27" Target="theme/theme2.xml" Type="http://schemas.openxmlformats.org/officeDocument/2006/relationships/theme"/><Relationship Id="rId28" Target="notesSlides/notesSlide1.xml" Type="http://schemas.openxmlformats.org/officeDocument/2006/relationships/notes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notesSlides/notesSlide2.xml" Type="http://schemas.openxmlformats.org/officeDocument/2006/relationships/notesSlide"/><Relationship Id="rId34" Target="notesSlides/notesSlide3.xml" Type="http://schemas.openxmlformats.org/officeDocument/2006/relationships/notesSlide"/><Relationship Id="rId35" Target="notesSlides/notesSlide4.xml" Type="http://schemas.openxmlformats.org/officeDocument/2006/relationships/notesSlide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notesSlides/notesSlide5.xml" Type="http://schemas.openxmlformats.org/officeDocument/2006/relationships/notesSlide"/><Relationship Id="rId39" Target="notesSlides/notesSlide6.xml" Type="http://schemas.openxmlformats.org/officeDocument/2006/relationships/notesSlide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notesSlides/notesSlide7.xml" Type="http://schemas.openxmlformats.org/officeDocument/2006/relationships/notesSlide"/><Relationship Id="rId43" Target="notesSlides/notesSlide8.xml" Type="http://schemas.openxmlformats.org/officeDocument/2006/relationships/notesSlide"/><Relationship Id="rId44" Target="fonts/font44.fntdata" Type="http://schemas.openxmlformats.org/officeDocument/2006/relationships/font"/><Relationship Id="rId45" Target="notesSlides/notesSlide9.xml" Type="http://schemas.openxmlformats.org/officeDocument/2006/relationships/notesSlide"/><Relationship Id="rId46" Target="notesSlides/notesSlide10.xml" Type="http://schemas.openxmlformats.org/officeDocument/2006/relationships/notesSlide"/><Relationship Id="rId47" Target="notesSlides/notesSlide11.xml" Type="http://schemas.openxmlformats.org/officeDocument/2006/relationships/notesSlide"/><Relationship Id="rId48" Target="fonts/font48.fntdata" Type="http://schemas.openxmlformats.org/officeDocument/2006/relationships/font"/><Relationship Id="rId49" Target="fonts/font49.fntdata" Type="http://schemas.openxmlformats.org/officeDocument/2006/relationships/font"/><Relationship Id="rId5" Target="tableStyles.xml" Type="http://schemas.openxmlformats.org/officeDocument/2006/relationships/tableStyles"/><Relationship Id="rId50" Target="notesSlides/notesSlide12.xml" Type="http://schemas.openxmlformats.org/officeDocument/2006/relationships/notesSlide"/><Relationship Id="rId51" Target="notesSlides/notesSlide13.xml" Type="http://schemas.openxmlformats.org/officeDocument/2006/relationships/notesSlide"/><Relationship Id="rId52" Target="notesSlides/notesSlide14.xml" Type="http://schemas.openxmlformats.org/officeDocument/2006/relationships/notesSlide"/><Relationship Id="rId53" Target="notesSlides/notesSlide15.xml" Type="http://schemas.openxmlformats.org/officeDocument/2006/relationships/notesSlide"/><Relationship Id="rId54" Target="fonts/font54.fntdata" Type="http://schemas.openxmlformats.org/officeDocument/2006/relationships/font"/><Relationship Id="rId55" Target="fonts/font55.fntdata" Type="http://schemas.openxmlformats.org/officeDocument/2006/relationships/font"/><Relationship Id="rId56" Target="notesSlides/notesSlide16.xml" Type="http://schemas.openxmlformats.org/officeDocument/2006/relationships/notesSlide"/><Relationship Id="rId57" Target="notesSlides/notesSlide17.xml" Type="http://schemas.openxmlformats.org/officeDocument/2006/relationships/notesSlide"/><Relationship Id="rId58" Target="notesSlides/notesSlide18.xml" Type="http://schemas.openxmlformats.org/officeDocument/2006/relationships/notesSlide"/><Relationship Id="rId59" Target="notesSlides/notesSlide19.xml" Type="http://schemas.openxmlformats.org/officeDocument/2006/relationships/notesSlide"/><Relationship Id="rId6" Target="slides/slide1.xml" Type="http://schemas.openxmlformats.org/officeDocument/2006/relationships/slide"/><Relationship Id="rId60" Target="notesSlides/notesSlide20.xml" Type="http://schemas.openxmlformats.org/officeDocument/2006/relationships/notes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dejar 3 o 4 riesgos (más importantes)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5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5.jpeg" Type="http://schemas.openxmlformats.org/officeDocument/2006/relationships/image"/><Relationship Id="rId4" Target="../media/image6.jpe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5.jpeg" Type="http://schemas.openxmlformats.org/officeDocument/2006/relationships/image"/><Relationship Id="rId4" Target="../media/image9.png" Type="http://schemas.openxmlformats.org/officeDocument/2006/relationships/image"/><Relationship Id="rId5" Target="../media/image10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5.jpe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png" Type="http://schemas.openxmlformats.org/officeDocument/2006/relationships/image"/><Relationship Id="rId11" Target="../media/image21.svg" Type="http://schemas.openxmlformats.org/officeDocument/2006/relationships/image"/><Relationship Id="rId12" Target="../media/image22.png" Type="http://schemas.openxmlformats.org/officeDocument/2006/relationships/image"/><Relationship Id="rId13" Target="../media/image23.svg" Type="http://schemas.openxmlformats.org/officeDocument/2006/relationships/image"/><Relationship Id="rId14" Target="../media/image24.png" Type="http://schemas.openxmlformats.org/officeDocument/2006/relationships/image"/><Relationship Id="rId15" Target="../media/image25.svg" Type="http://schemas.openxmlformats.org/officeDocument/2006/relationships/image"/><Relationship Id="rId2" Target="../notesSlides/notesSlide6.xml" Type="http://schemas.openxmlformats.org/officeDocument/2006/relationships/notesSlide"/><Relationship Id="rId3" Target="../media/image5.jpe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18.png" Type="http://schemas.openxmlformats.org/officeDocument/2006/relationships/image"/><Relationship Id="rId9" Target="../media/image19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5.jpe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5.jpeg" Type="http://schemas.openxmlformats.org/officeDocument/2006/relationships/image"/><Relationship Id="rId4" Target="../media/image28.png" Type="http://schemas.openxmlformats.org/officeDocument/2006/relationships/image"/><Relationship Id="rId5" Target="../media/image29.svg" Type="http://schemas.openxmlformats.org/officeDocument/2006/relationships/image"/><Relationship Id="rId6" Target="../media/image30.png" Type="http://schemas.openxmlformats.org/officeDocument/2006/relationships/image"/><Relationship Id="rId7" Target="../media/image31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32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5.jpeg" Type="http://schemas.openxmlformats.org/officeDocument/2006/relationships/image"/><Relationship Id="rId4" Target="../media/image28.png" Type="http://schemas.openxmlformats.org/officeDocument/2006/relationships/image"/><Relationship Id="rId5" Target="../media/image29.svg" Type="http://schemas.openxmlformats.org/officeDocument/2006/relationships/image"/><Relationship Id="rId6" Target="../media/image30.png" Type="http://schemas.openxmlformats.org/officeDocument/2006/relationships/image"/><Relationship Id="rId7" Target="../media/image31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5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5.jpeg" Type="http://schemas.openxmlformats.org/officeDocument/2006/relationships/image"/><Relationship Id="rId4" Target="../media/image2.png" Type="http://schemas.openxmlformats.org/officeDocument/2006/relationships/image"/><Relationship Id="rId5" Target="../media/image33.png" Type="http://schemas.openxmlformats.org/officeDocument/2006/relationships/image"/><Relationship Id="rId6" Target="../media/image34.svg" Type="http://schemas.openxmlformats.org/officeDocument/2006/relationships/image"/><Relationship Id="rId7" Target="../media/image3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5.jpeg" Type="http://schemas.openxmlformats.org/officeDocument/2006/relationships/image"/><Relationship Id="rId4" Target="../media/image3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3.svg" Type="http://schemas.openxmlformats.org/officeDocument/2006/relationships/image"/><Relationship Id="rId11" Target="../media/image44.png" Type="http://schemas.openxmlformats.org/officeDocument/2006/relationships/image"/><Relationship Id="rId12" Target="../media/image45.svg" Type="http://schemas.openxmlformats.org/officeDocument/2006/relationships/image"/><Relationship Id="rId13" Target="../media/image46.png" Type="http://schemas.openxmlformats.org/officeDocument/2006/relationships/image"/><Relationship Id="rId14" Target="../media/image47.svg" Type="http://schemas.openxmlformats.org/officeDocument/2006/relationships/image"/><Relationship Id="rId15" Target="../media/image48.png" Type="http://schemas.openxmlformats.org/officeDocument/2006/relationships/image"/><Relationship Id="rId16" Target="../media/image49.svg" Type="http://schemas.openxmlformats.org/officeDocument/2006/relationships/image"/><Relationship Id="rId17" Target="../media/image50.png" Type="http://schemas.openxmlformats.org/officeDocument/2006/relationships/image"/><Relationship Id="rId18" Target="../media/image51.svg" Type="http://schemas.openxmlformats.org/officeDocument/2006/relationships/image"/><Relationship Id="rId19" Target="../media/image52.png" Type="http://schemas.openxmlformats.org/officeDocument/2006/relationships/image"/><Relationship Id="rId2" Target="../notesSlides/notesSlide15.xml" Type="http://schemas.openxmlformats.org/officeDocument/2006/relationships/notesSlide"/><Relationship Id="rId20" Target="../media/image53.svg" Type="http://schemas.openxmlformats.org/officeDocument/2006/relationships/image"/><Relationship Id="rId21" Target="../media/image54.png" Type="http://schemas.openxmlformats.org/officeDocument/2006/relationships/image"/><Relationship Id="rId22" Target="../media/image55.svg" Type="http://schemas.openxmlformats.org/officeDocument/2006/relationships/image"/><Relationship Id="rId3" Target="../media/image37.jpeg" Type="http://schemas.openxmlformats.org/officeDocument/2006/relationships/image"/><Relationship Id="rId4" Target="../media/image2.png" Type="http://schemas.openxmlformats.org/officeDocument/2006/relationships/image"/><Relationship Id="rId5" Target="../media/image38.png" Type="http://schemas.openxmlformats.org/officeDocument/2006/relationships/image"/><Relationship Id="rId6" Target="../media/image39.svg" Type="http://schemas.openxmlformats.org/officeDocument/2006/relationships/image"/><Relationship Id="rId7" Target="../media/image40.png" Type="http://schemas.openxmlformats.org/officeDocument/2006/relationships/image"/><Relationship Id="rId8" Target="../media/image41.svg" Type="http://schemas.openxmlformats.org/officeDocument/2006/relationships/image"/><Relationship Id="rId9" Target="../media/image4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5.jpeg" Type="http://schemas.openxmlformats.org/officeDocument/2006/relationships/image"/><Relationship Id="rId4" Target="../media/image2.png" Type="http://schemas.openxmlformats.org/officeDocument/2006/relationships/image"/><Relationship Id="rId5" Target="../media/image56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5.jpeg" Type="http://schemas.openxmlformats.org/officeDocument/2006/relationships/image"/><Relationship Id="rId4" Target="../media/image2.png" Type="http://schemas.openxmlformats.org/officeDocument/2006/relationships/image"/><Relationship Id="rId5" Target="../media/image57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37.jpeg" Type="http://schemas.openxmlformats.org/officeDocument/2006/relationships/image"/><Relationship Id="rId4" Target="../media/image58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Relationship Id="rId3" Target="../media/image37.jpeg" Type="http://schemas.openxmlformats.org/officeDocument/2006/relationships/image"/><Relationship Id="rId4" Target="https://www.powerlifting.sport" TargetMode="External" Type="http://schemas.openxmlformats.org/officeDocument/2006/relationships/hyperlink"/><Relationship Id="rId5" Target="https://reactnative.dev" TargetMode="External" Type="http://schemas.openxmlformats.org/officeDocument/2006/relationships/hyperlink"/><Relationship Id="rId6" Target="https://www.djangoproject.com" TargetMode="External" Type="http://schemas.openxmlformats.org/officeDocument/2006/relationships/hyperlink"/><Relationship Id="rId7" Target="https://firebase.google.com" TargetMode="External" Type="http://schemas.openxmlformats.org/officeDocument/2006/relationships/hyperlink"/><Relationship Id="rId8" Target="https://www.duoc.cl/carreras/ingenieria-en-informatica/?utm_source=chatgpt.com" TargetMode="External" Type="http://schemas.openxmlformats.org/officeDocument/2006/relationships/hyperlink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2"/>
            <a:ext cx="18288006" cy="10287002"/>
          </a:xfrm>
          <a:custGeom>
            <a:avLst/>
            <a:gdLst/>
            <a:ahLst/>
            <a:cxnLst/>
            <a:rect r="r" b="b" t="t" l="l"/>
            <a:pathLst>
              <a:path h="10287002" w="18288006">
                <a:moveTo>
                  <a:pt x="0" y="0"/>
                </a:moveTo>
                <a:lnTo>
                  <a:pt x="18288006" y="0"/>
                </a:lnTo>
                <a:lnTo>
                  <a:pt x="18288006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2585587">
            <a:off x="520002" y="9364730"/>
            <a:ext cx="514861" cy="514861"/>
            <a:chOff x="0" y="0"/>
            <a:chExt cx="952011" cy="95201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51992" cy="951992"/>
            </a:xfrm>
            <a:custGeom>
              <a:avLst/>
              <a:gdLst/>
              <a:ahLst/>
              <a:cxnLst/>
              <a:rect r="r" b="b" t="t" l="l"/>
              <a:pathLst>
                <a:path h="951992" w="951992">
                  <a:moveTo>
                    <a:pt x="951992" y="0"/>
                  </a:moveTo>
                  <a:lnTo>
                    <a:pt x="0" y="0"/>
                  </a:lnTo>
                  <a:lnTo>
                    <a:pt x="317373" y="317373"/>
                  </a:lnTo>
                  <a:lnTo>
                    <a:pt x="634619" y="317373"/>
                  </a:lnTo>
                  <a:lnTo>
                    <a:pt x="634619" y="634619"/>
                  </a:lnTo>
                  <a:lnTo>
                    <a:pt x="951992" y="951992"/>
                  </a:lnTo>
                  <a:close/>
                </a:path>
              </a:pathLst>
            </a:custGeom>
            <a:gradFill rotWithShape="true">
              <a:gsLst>
                <a:gs pos="0">
                  <a:srgbClr val="F81034">
                    <a:alpha val="100000"/>
                  </a:srgbClr>
                </a:gs>
                <a:gs pos="79000">
                  <a:srgbClr val="F81034">
                    <a:alpha val="100000"/>
                  </a:srgbClr>
                </a:gs>
                <a:gs pos="100000">
                  <a:srgbClr val="420909">
                    <a:alpha val="100000"/>
                  </a:srgbClr>
                </a:gs>
              </a:gsLst>
              <a:lin ang="2814425"/>
            </a:gradFill>
          </p:spPr>
        </p:sp>
      </p:grpSp>
      <p:grpSp>
        <p:nvGrpSpPr>
          <p:cNvPr name="Group 6" id="6"/>
          <p:cNvGrpSpPr/>
          <p:nvPr/>
        </p:nvGrpSpPr>
        <p:grpSpPr>
          <a:xfrm rot="2585587">
            <a:off x="897997" y="9364730"/>
            <a:ext cx="514861" cy="514861"/>
            <a:chOff x="0" y="0"/>
            <a:chExt cx="952011" cy="95201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51992" cy="951992"/>
            </a:xfrm>
            <a:custGeom>
              <a:avLst/>
              <a:gdLst/>
              <a:ahLst/>
              <a:cxnLst/>
              <a:rect r="r" b="b" t="t" l="l"/>
              <a:pathLst>
                <a:path h="951992" w="951992">
                  <a:moveTo>
                    <a:pt x="951992" y="0"/>
                  </a:moveTo>
                  <a:lnTo>
                    <a:pt x="0" y="0"/>
                  </a:lnTo>
                  <a:lnTo>
                    <a:pt x="317373" y="317373"/>
                  </a:lnTo>
                  <a:lnTo>
                    <a:pt x="634619" y="317373"/>
                  </a:lnTo>
                  <a:lnTo>
                    <a:pt x="634619" y="634619"/>
                  </a:lnTo>
                  <a:lnTo>
                    <a:pt x="951992" y="951992"/>
                  </a:lnTo>
                  <a:close/>
                </a:path>
              </a:pathLst>
            </a:custGeom>
            <a:gradFill rotWithShape="true">
              <a:gsLst>
                <a:gs pos="0">
                  <a:srgbClr val="F81034">
                    <a:alpha val="100000"/>
                  </a:srgbClr>
                </a:gs>
                <a:gs pos="28000">
                  <a:srgbClr val="F81034">
                    <a:alpha val="100000"/>
                  </a:srgbClr>
                </a:gs>
                <a:gs pos="100000">
                  <a:srgbClr val="420909">
                    <a:alpha val="100000"/>
                  </a:srgbClr>
                </a:gs>
              </a:gsLst>
              <a:lin ang="2814425"/>
            </a:gradFill>
          </p:spPr>
        </p:sp>
      </p:grpSp>
      <p:grpSp>
        <p:nvGrpSpPr>
          <p:cNvPr name="Group 8" id="8"/>
          <p:cNvGrpSpPr/>
          <p:nvPr/>
        </p:nvGrpSpPr>
        <p:grpSpPr>
          <a:xfrm rot="2585587">
            <a:off x="1277395" y="9364730"/>
            <a:ext cx="514861" cy="514861"/>
            <a:chOff x="0" y="0"/>
            <a:chExt cx="952011" cy="95201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51992" cy="951992"/>
            </a:xfrm>
            <a:custGeom>
              <a:avLst/>
              <a:gdLst/>
              <a:ahLst/>
              <a:cxnLst/>
              <a:rect r="r" b="b" t="t" l="l"/>
              <a:pathLst>
                <a:path h="951992" w="951992">
                  <a:moveTo>
                    <a:pt x="951992" y="0"/>
                  </a:moveTo>
                  <a:lnTo>
                    <a:pt x="0" y="0"/>
                  </a:lnTo>
                  <a:lnTo>
                    <a:pt x="317373" y="317373"/>
                  </a:lnTo>
                  <a:lnTo>
                    <a:pt x="634619" y="317373"/>
                  </a:lnTo>
                  <a:lnTo>
                    <a:pt x="634619" y="634619"/>
                  </a:lnTo>
                  <a:lnTo>
                    <a:pt x="951992" y="951992"/>
                  </a:lnTo>
                  <a:close/>
                </a:path>
              </a:pathLst>
            </a:custGeom>
            <a:gradFill rotWithShape="true">
              <a:gsLst>
                <a:gs pos="0">
                  <a:srgbClr val="F81034">
                    <a:alpha val="100000"/>
                  </a:srgbClr>
                </a:gs>
                <a:gs pos="43000">
                  <a:srgbClr val="810A26">
                    <a:alpha val="100000"/>
                  </a:srgbClr>
                </a:gs>
                <a:gs pos="100000">
                  <a:srgbClr val="420909">
                    <a:alpha val="100000"/>
                  </a:srgbClr>
                </a:gs>
              </a:gsLst>
              <a:lin ang="10914445"/>
            </a:gradFill>
          </p:spPr>
        </p:sp>
      </p:grpSp>
      <p:grpSp>
        <p:nvGrpSpPr>
          <p:cNvPr name="Group 10" id="10"/>
          <p:cNvGrpSpPr/>
          <p:nvPr/>
        </p:nvGrpSpPr>
        <p:grpSpPr>
          <a:xfrm rot="2585587">
            <a:off x="1649945" y="9364730"/>
            <a:ext cx="514861" cy="514861"/>
            <a:chOff x="0" y="0"/>
            <a:chExt cx="952011" cy="95201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51992" cy="951992"/>
            </a:xfrm>
            <a:custGeom>
              <a:avLst/>
              <a:gdLst/>
              <a:ahLst/>
              <a:cxnLst/>
              <a:rect r="r" b="b" t="t" l="l"/>
              <a:pathLst>
                <a:path h="951992" w="951992">
                  <a:moveTo>
                    <a:pt x="951992" y="0"/>
                  </a:moveTo>
                  <a:lnTo>
                    <a:pt x="0" y="0"/>
                  </a:lnTo>
                  <a:lnTo>
                    <a:pt x="317373" y="317373"/>
                  </a:lnTo>
                  <a:lnTo>
                    <a:pt x="634619" y="317373"/>
                  </a:lnTo>
                  <a:lnTo>
                    <a:pt x="634619" y="634619"/>
                  </a:lnTo>
                  <a:lnTo>
                    <a:pt x="951992" y="951992"/>
                  </a:lnTo>
                  <a:close/>
                </a:path>
              </a:pathLst>
            </a:custGeom>
            <a:gradFill rotWithShape="true">
              <a:gsLst>
                <a:gs pos="0">
                  <a:srgbClr val="F81034">
                    <a:alpha val="100000"/>
                  </a:srgbClr>
                </a:gs>
                <a:gs pos="9000">
                  <a:srgbClr val="810A26">
                    <a:alpha val="100000"/>
                  </a:srgbClr>
                </a:gs>
                <a:gs pos="100000">
                  <a:srgbClr val="420909">
                    <a:alpha val="100000"/>
                  </a:srgbClr>
                </a:gs>
              </a:gsLst>
              <a:lin ang="10914445"/>
            </a:gra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99050" y="84900"/>
            <a:ext cx="4094310" cy="1488840"/>
          </a:xfrm>
          <a:custGeom>
            <a:avLst/>
            <a:gdLst/>
            <a:ahLst/>
            <a:cxnLst/>
            <a:rect r="r" b="b" t="t" l="l"/>
            <a:pathLst>
              <a:path h="1488840" w="4094310">
                <a:moveTo>
                  <a:pt x="0" y="0"/>
                </a:moveTo>
                <a:lnTo>
                  <a:pt x="4094310" y="0"/>
                </a:lnTo>
                <a:lnTo>
                  <a:pt x="4094310" y="1488840"/>
                </a:lnTo>
                <a:lnTo>
                  <a:pt x="0" y="14888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170966" y="2724265"/>
            <a:ext cx="9875178" cy="301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99"/>
              </a:lnSpc>
            </a:pPr>
            <a:r>
              <a:rPr lang="en-US" b="true" sz="9999" i="true">
                <a:solidFill>
                  <a:srgbClr val="FFFFFF"/>
                </a:solidFill>
                <a:latin typeface="Montserrat Ultra-Bold Italics"/>
                <a:ea typeface="Montserrat Ultra-Bold Italics"/>
                <a:cs typeface="Montserrat Ultra-Bold Italics"/>
                <a:sym typeface="Montserrat Ultra-Bold Italics"/>
              </a:rPr>
              <a:t>Proyecto APT</a:t>
            </a:r>
          </a:p>
          <a:p>
            <a:pPr algn="ctr">
              <a:lnSpc>
                <a:spcPts val="11999"/>
              </a:lnSpc>
            </a:pPr>
            <a:r>
              <a:rPr lang="en-US" b="true" sz="9999" i="true">
                <a:gradFill>
                  <a:gsLst>
                    <a:gs pos="0">
                      <a:srgbClr val="F81034">
                        <a:alpha val="100000"/>
                      </a:srgbClr>
                    </a:gs>
                    <a:gs pos="28000">
                      <a:srgbClr val="F81034">
                        <a:alpha val="100000"/>
                      </a:srgbClr>
                    </a:gs>
                    <a:gs pos="100000">
                      <a:srgbClr val="420909">
                        <a:alpha val="100000"/>
                      </a:srgbClr>
                    </a:gs>
                  </a:gsLst>
                  <a:lin ang="18785599"/>
                </a:gradFill>
                <a:latin typeface="Montserrat Ultra-Bold Italics"/>
                <a:ea typeface="Montserrat Ultra-Bold Italics"/>
                <a:cs typeface="Montserrat Ultra-Bold Italics"/>
                <a:sym typeface="Montserrat Ultra-Bold Italics"/>
              </a:rPr>
              <a:t>PLift</a:t>
            </a:r>
          </a:p>
        </p:txBody>
      </p:sp>
      <p:grpSp>
        <p:nvGrpSpPr>
          <p:cNvPr name="Group 14" id="14"/>
          <p:cNvGrpSpPr/>
          <p:nvPr/>
        </p:nvGrpSpPr>
        <p:grpSpPr>
          <a:xfrm rot="-1799176">
            <a:off x="12121551" y="-814244"/>
            <a:ext cx="10275499" cy="11956944"/>
            <a:chOff x="0" y="0"/>
            <a:chExt cx="6985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81034">
                    <a:alpha val="100000"/>
                  </a:srgbClr>
                </a:gs>
                <a:gs pos="9000">
                  <a:srgbClr val="810A26">
                    <a:alpha val="100000"/>
                  </a:srgbClr>
                </a:gs>
                <a:gs pos="100000">
                  <a:srgbClr val="420909">
                    <a:alpha val="100000"/>
                  </a:srgbClr>
                </a:gs>
              </a:gsLst>
              <a:lin ang="5514445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-1799176">
            <a:off x="12583086" y="-798787"/>
            <a:ext cx="10248932" cy="11926030"/>
            <a:chOff x="0" y="0"/>
            <a:chExt cx="6985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CD0F3C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-1799176">
            <a:off x="13150251" y="-834271"/>
            <a:ext cx="10275499" cy="11956944"/>
            <a:chOff x="0" y="0"/>
            <a:chExt cx="6985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810A26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3476732" y="2480071"/>
            <a:ext cx="5193096" cy="5328259"/>
          </a:xfrm>
          <a:custGeom>
            <a:avLst/>
            <a:gdLst/>
            <a:ahLst/>
            <a:cxnLst/>
            <a:rect r="r" b="b" t="t" l="l"/>
            <a:pathLst>
              <a:path h="5328259" w="5193096">
                <a:moveTo>
                  <a:pt x="0" y="0"/>
                </a:moveTo>
                <a:lnTo>
                  <a:pt x="5193097" y="0"/>
                </a:lnTo>
                <a:lnTo>
                  <a:pt x="5193097" y="5328260"/>
                </a:lnTo>
                <a:lnTo>
                  <a:pt x="0" y="532826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5263" t="0" r="0" b="-5263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413572" y="6206190"/>
            <a:ext cx="7226574" cy="2847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Profesor:</a:t>
            </a:r>
          </a:p>
          <a:p>
            <a:pPr algn="l" marL="474981" indent="-237491" lvl="1">
              <a:lnSpc>
                <a:spcPts val="2640"/>
              </a:lnSpc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Aldo Martínez Ordenes</a:t>
            </a:r>
          </a:p>
          <a:p>
            <a:pPr algn="l">
              <a:lnSpc>
                <a:spcPts val="2672"/>
              </a:lnSpc>
            </a:pPr>
          </a:p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Integrantes: </a:t>
            </a:r>
          </a:p>
          <a:p>
            <a:pPr algn="l" marL="474981" indent="-237491" lvl="1">
              <a:lnSpc>
                <a:spcPts val="2640"/>
              </a:lnSpc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Alonso Barrera Silva</a:t>
            </a:r>
          </a:p>
          <a:p>
            <a:pPr algn="l" marL="474981" indent="-237491" lvl="1">
              <a:lnSpc>
                <a:spcPts val="2640"/>
              </a:lnSpc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Germán Macías Hernández </a:t>
            </a:r>
          </a:p>
          <a:p>
            <a:pPr algn="l" marL="474981" indent="-237491" lvl="1">
              <a:lnSpc>
                <a:spcPts val="2640"/>
              </a:lnSpc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Matías Muñoz Lillo</a:t>
            </a:r>
          </a:p>
          <a:p>
            <a:pPr algn="l" marL="474981" indent="-237491" lvl="1">
              <a:lnSpc>
                <a:spcPts val="2640"/>
              </a:lnSpc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Danae Venegas Maldonado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10800000">
            <a:off x="0" y="700"/>
            <a:ext cx="18288006" cy="10287002"/>
          </a:xfrm>
          <a:custGeom>
            <a:avLst/>
            <a:gdLst/>
            <a:ahLst/>
            <a:cxnLst/>
            <a:rect r="r" b="b" t="t" l="l"/>
            <a:pathLst>
              <a:path h="10287002" w="18288006">
                <a:moveTo>
                  <a:pt x="18288006" y="0"/>
                </a:moveTo>
                <a:lnTo>
                  <a:pt x="0" y="0"/>
                </a:lnTo>
                <a:lnTo>
                  <a:pt x="0" y="10287002"/>
                </a:lnTo>
                <a:lnTo>
                  <a:pt x="18288006" y="10287002"/>
                </a:lnTo>
                <a:lnTo>
                  <a:pt x="18288006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31425" y="655086"/>
            <a:ext cx="15225150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7000" i="true">
                <a:solidFill>
                  <a:srgbClr val="FFFFFF"/>
                </a:solidFill>
                <a:latin typeface="Montserrat Ultra-Bold Italics"/>
                <a:ea typeface="Montserrat Ultra-Bold Italics"/>
                <a:cs typeface="Montserrat Ultra-Bold Italics"/>
                <a:sym typeface="Montserrat Ultra-Bold Italics"/>
              </a:rPr>
              <a:t>Agenda</a:t>
            </a:r>
          </a:p>
        </p:txBody>
      </p:sp>
      <p:grpSp>
        <p:nvGrpSpPr>
          <p:cNvPr name="Group 5" id="5"/>
          <p:cNvGrpSpPr/>
          <p:nvPr/>
        </p:nvGrpSpPr>
        <p:grpSpPr>
          <a:xfrm rot="7985587">
            <a:off x="388354" y="345623"/>
            <a:ext cx="530652" cy="530652"/>
            <a:chOff x="0" y="0"/>
            <a:chExt cx="952011" cy="95201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51992" cy="951992"/>
            </a:xfrm>
            <a:custGeom>
              <a:avLst/>
              <a:gdLst/>
              <a:ahLst/>
              <a:cxnLst/>
              <a:rect r="r" b="b" t="t" l="l"/>
              <a:pathLst>
                <a:path h="951992" w="951992">
                  <a:moveTo>
                    <a:pt x="951992" y="0"/>
                  </a:moveTo>
                  <a:lnTo>
                    <a:pt x="0" y="0"/>
                  </a:lnTo>
                  <a:lnTo>
                    <a:pt x="317373" y="317373"/>
                  </a:lnTo>
                  <a:lnTo>
                    <a:pt x="634619" y="317373"/>
                  </a:lnTo>
                  <a:lnTo>
                    <a:pt x="634619" y="634619"/>
                  </a:lnTo>
                  <a:lnTo>
                    <a:pt x="951992" y="951992"/>
                  </a:lnTo>
                  <a:close/>
                </a:path>
              </a:pathLst>
            </a:custGeom>
            <a:gradFill rotWithShape="true">
              <a:gsLst>
                <a:gs pos="0">
                  <a:srgbClr val="F81034">
                    <a:alpha val="100000"/>
                  </a:srgbClr>
                </a:gs>
                <a:gs pos="79000">
                  <a:srgbClr val="F81034">
                    <a:alpha val="100000"/>
                  </a:srgbClr>
                </a:gs>
                <a:gs pos="100000">
                  <a:srgbClr val="420909">
                    <a:alpha val="100000"/>
                  </a:srgbClr>
                </a:gs>
              </a:gsLst>
              <a:lin ang="19014425"/>
            </a:gradFill>
          </p:spPr>
        </p:sp>
      </p:grpSp>
      <p:grpSp>
        <p:nvGrpSpPr>
          <p:cNvPr name="Group 7" id="7"/>
          <p:cNvGrpSpPr/>
          <p:nvPr/>
        </p:nvGrpSpPr>
        <p:grpSpPr>
          <a:xfrm rot="7985587">
            <a:off x="388354" y="735212"/>
            <a:ext cx="530652" cy="530652"/>
            <a:chOff x="0" y="0"/>
            <a:chExt cx="952011" cy="95201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51992" cy="951992"/>
            </a:xfrm>
            <a:custGeom>
              <a:avLst/>
              <a:gdLst/>
              <a:ahLst/>
              <a:cxnLst/>
              <a:rect r="r" b="b" t="t" l="l"/>
              <a:pathLst>
                <a:path h="951992" w="951992">
                  <a:moveTo>
                    <a:pt x="951992" y="0"/>
                  </a:moveTo>
                  <a:lnTo>
                    <a:pt x="0" y="0"/>
                  </a:lnTo>
                  <a:lnTo>
                    <a:pt x="317373" y="317373"/>
                  </a:lnTo>
                  <a:lnTo>
                    <a:pt x="634619" y="317373"/>
                  </a:lnTo>
                  <a:lnTo>
                    <a:pt x="634619" y="634619"/>
                  </a:lnTo>
                  <a:lnTo>
                    <a:pt x="951992" y="951992"/>
                  </a:lnTo>
                  <a:close/>
                </a:path>
              </a:pathLst>
            </a:custGeom>
            <a:gradFill rotWithShape="true">
              <a:gsLst>
                <a:gs pos="0">
                  <a:srgbClr val="F81034">
                    <a:alpha val="100000"/>
                  </a:srgbClr>
                </a:gs>
                <a:gs pos="28000">
                  <a:srgbClr val="F81034">
                    <a:alpha val="100000"/>
                  </a:srgbClr>
                </a:gs>
                <a:gs pos="100000">
                  <a:srgbClr val="420909">
                    <a:alpha val="100000"/>
                  </a:srgbClr>
                </a:gs>
              </a:gsLst>
              <a:lin ang="19014425"/>
            </a:gradFill>
          </p:spPr>
        </p:sp>
      </p:grpSp>
      <p:grpSp>
        <p:nvGrpSpPr>
          <p:cNvPr name="Group 9" id="9"/>
          <p:cNvGrpSpPr/>
          <p:nvPr/>
        </p:nvGrpSpPr>
        <p:grpSpPr>
          <a:xfrm rot="7985587">
            <a:off x="388354" y="1126246"/>
            <a:ext cx="530652" cy="530652"/>
            <a:chOff x="0" y="0"/>
            <a:chExt cx="952011" cy="95201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51992" cy="951992"/>
            </a:xfrm>
            <a:custGeom>
              <a:avLst/>
              <a:gdLst/>
              <a:ahLst/>
              <a:cxnLst/>
              <a:rect r="r" b="b" t="t" l="l"/>
              <a:pathLst>
                <a:path h="951992" w="951992">
                  <a:moveTo>
                    <a:pt x="951992" y="0"/>
                  </a:moveTo>
                  <a:lnTo>
                    <a:pt x="0" y="0"/>
                  </a:lnTo>
                  <a:lnTo>
                    <a:pt x="317373" y="317373"/>
                  </a:lnTo>
                  <a:lnTo>
                    <a:pt x="634619" y="317373"/>
                  </a:lnTo>
                  <a:lnTo>
                    <a:pt x="634619" y="634619"/>
                  </a:lnTo>
                  <a:lnTo>
                    <a:pt x="951992" y="951992"/>
                  </a:lnTo>
                  <a:close/>
                </a:path>
              </a:pathLst>
            </a:custGeom>
            <a:gradFill rotWithShape="true">
              <a:gsLst>
                <a:gs pos="0">
                  <a:srgbClr val="F81034">
                    <a:alpha val="100000"/>
                  </a:srgbClr>
                </a:gs>
                <a:gs pos="43000">
                  <a:srgbClr val="810A26">
                    <a:alpha val="100000"/>
                  </a:srgbClr>
                </a:gs>
                <a:gs pos="100000">
                  <a:srgbClr val="420909">
                    <a:alpha val="100000"/>
                  </a:srgbClr>
                </a:gs>
              </a:gsLst>
              <a:lin ang="5514445"/>
            </a:gradFill>
          </p:spPr>
        </p:sp>
      </p:grpSp>
      <p:grpSp>
        <p:nvGrpSpPr>
          <p:cNvPr name="Group 11" id="11"/>
          <p:cNvGrpSpPr/>
          <p:nvPr/>
        </p:nvGrpSpPr>
        <p:grpSpPr>
          <a:xfrm rot="7985587">
            <a:off x="388354" y="1510221"/>
            <a:ext cx="530652" cy="530652"/>
            <a:chOff x="0" y="0"/>
            <a:chExt cx="952011" cy="95201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51992" cy="951992"/>
            </a:xfrm>
            <a:custGeom>
              <a:avLst/>
              <a:gdLst/>
              <a:ahLst/>
              <a:cxnLst/>
              <a:rect r="r" b="b" t="t" l="l"/>
              <a:pathLst>
                <a:path h="951992" w="951992">
                  <a:moveTo>
                    <a:pt x="951992" y="0"/>
                  </a:moveTo>
                  <a:lnTo>
                    <a:pt x="0" y="0"/>
                  </a:lnTo>
                  <a:lnTo>
                    <a:pt x="317373" y="317373"/>
                  </a:lnTo>
                  <a:lnTo>
                    <a:pt x="634619" y="317373"/>
                  </a:lnTo>
                  <a:lnTo>
                    <a:pt x="634619" y="634619"/>
                  </a:lnTo>
                  <a:lnTo>
                    <a:pt x="951992" y="951992"/>
                  </a:lnTo>
                  <a:close/>
                </a:path>
              </a:pathLst>
            </a:custGeom>
            <a:gradFill rotWithShape="true">
              <a:gsLst>
                <a:gs pos="0">
                  <a:srgbClr val="F81034">
                    <a:alpha val="100000"/>
                  </a:srgbClr>
                </a:gs>
                <a:gs pos="9000">
                  <a:srgbClr val="810A26">
                    <a:alpha val="100000"/>
                  </a:srgbClr>
                </a:gs>
                <a:gs pos="100000">
                  <a:srgbClr val="420909">
                    <a:alpha val="100000"/>
                  </a:srgbClr>
                </a:gs>
              </a:gsLst>
              <a:lin ang="5514445"/>
            </a:gra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216306" y="2886936"/>
            <a:ext cx="561435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b="true" sz="2500" i="true">
                <a:solidFill>
                  <a:srgbClr val="FFFFFF"/>
                </a:solidFill>
                <a:latin typeface="Montserrat Ultra-Bold Italics"/>
                <a:ea typeface="Montserrat Ultra-Bold Italics"/>
                <a:cs typeface="Montserrat Ultra-Bold Italics"/>
                <a:sym typeface="Montserrat Ultra-Bold Italics"/>
              </a:rPr>
              <a:t>Contexto y Problemática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580822" y="1940961"/>
            <a:ext cx="2982150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99"/>
              </a:lnSpc>
            </a:pPr>
            <a:r>
              <a:rPr lang="en-US" b="true" sz="4999" i="true">
                <a:solidFill>
                  <a:srgbClr val="F81034"/>
                </a:solidFill>
                <a:latin typeface="Montserrat Ultra-Bold Italics"/>
                <a:ea typeface="Montserrat Ultra-Bold Italics"/>
                <a:cs typeface="Montserrat Ultra-Bold Italics"/>
                <a:sym typeface="Montserrat Ultra-Bold Italics"/>
              </a:rPr>
              <a:t>01.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391501" y="1931436"/>
            <a:ext cx="298215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b="true" sz="5000" i="true">
                <a:solidFill>
                  <a:srgbClr val="F81034"/>
                </a:solidFill>
                <a:latin typeface="Montserrat Ultra-Bold Italics"/>
                <a:ea typeface="Montserrat Ultra-Bold Italics"/>
                <a:cs typeface="Montserrat Ultra-Bold Italics"/>
                <a:sym typeface="Montserrat Ultra-Bold Italics"/>
              </a:rPr>
              <a:t>02.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202181" y="1921911"/>
            <a:ext cx="298215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b="true" sz="5000" i="true">
                <a:solidFill>
                  <a:srgbClr val="F81034"/>
                </a:solidFill>
                <a:latin typeface="Montserrat Ultra-Bold Italics"/>
                <a:ea typeface="Montserrat Ultra-Bold Italics"/>
                <a:cs typeface="Montserrat Ultra-Bold Italics"/>
                <a:sym typeface="Montserrat Ultra-Bold Italics"/>
              </a:rPr>
              <a:t>03.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580822" y="3892624"/>
            <a:ext cx="298215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b="true" sz="5000" i="true">
                <a:solidFill>
                  <a:srgbClr val="F81034"/>
                </a:solidFill>
                <a:latin typeface="Montserrat Ultra-Bold Italics"/>
                <a:ea typeface="Montserrat Ultra-Bold Italics"/>
                <a:cs typeface="Montserrat Ultra-Bold Italics"/>
                <a:sym typeface="Montserrat Ultra-Bold Italics"/>
              </a:rPr>
              <a:t>04.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917718" y="2886936"/>
            <a:ext cx="561435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b="true" sz="2500" i="true">
                <a:solidFill>
                  <a:srgbClr val="FFFFFF"/>
                </a:solidFill>
                <a:latin typeface="Montserrat Ultra-Bold Italics"/>
                <a:ea typeface="Montserrat Ultra-Bold Italics"/>
                <a:cs typeface="Montserrat Ultra-Bold Italics"/>
                <a:sym typeface="Montserrat Ultra-Bold Italics"/>
              </a:rPr>
              <a:t>Metodología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075401" y="2902986"/>
            <a:ext cx="561435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b="true" sz="2500" i="true">
                <a:solidFill>
                  <a:srgbClr val="FFFFFF"/>
                </a:solidFill>
                <a:latin typeface="Montserrat Ultra-Bold Italics"/>
                <a:ea typeface="Montserrat Ultra-Bold Italics"/>
                <a:cs typeface="Montserrat Ultra-Bold Italics"/>
                <a:sym typeface="Montserrat Ultra-Bold Italics"/>
              </a:rPr>
              <a:t>Solución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64722" y="4845124"/>
            <a:ext cx="561435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b="true" sz="2500" i="true">
                <a:solidFill>
                  <a:srgbClr val="FFFFFF"/>
                </a:solidFill>
                <a:latin typeface="Montserrat Ultra-Bold Italics"/>
                <a:ea typeface="Montserrat Ultra-Bold Italics"/>
                <a:cs typeface="Montserrat Ultra-Bold Italics"/>
                <a:sym typeface="Montserrat Ultra-Bold Italics"/>
              </a:rPr>
              <a:t>Roles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233818" y="3892624"/>
            <a:ext cx="298215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b="true" sz="5000" i="true">
                <a:solidFill>
                  <a:srgbClr val="F81034"/>
                </a:solidFill>
                <a:latin typeface="Montserrat Ultra-Bold Italics"/>
                <a:ea typeface="Montserrat Ultra-Bold Italics"/>
                <a:cs typeface="Montserrat Ultra-Bold Italics"/>
                <a:sym typeface="Montserrat Ultra-Bold Italics"/>
              </a:rPr>
              <a:t>06.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933976" y="4845124"/>
            <a:ext cx="561435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b="true" sz="2500" i="true">
                <a:solidFill>
                  <a:srgbClr val="FFFFFF"/>
                </a:solidFill>
                <a:latin typeface="Montserrat Ultra-Bold Italics"/>
                <a:ea typeface="Montserrat Ultra-Bold Italics"/>
                <a:cs typeface="Montserrat Ultra-Bold Italics"/>
                <a:sym typeface="Montserrat Ultra-Bold Italics"/>
              </a:rPr>
              <a:t>Motivo de los cambios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391501" y="3892624"/>
            <a:ext cx="298215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b="true" sz="5000" i="true">
                <a:solidFill>
                  <a:srgbClr val="F81034"/>
                </a:solidFill>
                <a:latin typeface="Montserrat Ultra-Bold Italics"/>
                <a:ea typeface="Montserrat Ultra-Bold Italics"/>
                <a:cs typeface="Montserrat Ultra-Bold Italics"/>
                <a:sym typeface="Montserrat Ultra-Bold Italics"/>
              </a:rPr>
              <a:t>05.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075401" y="4845124"/>
            <a:ext cx="561435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b="true" sz="2500" i="true">
                <a:solidFill>
                  <a:srgbClr val="FFFFFF"/>
                </a:solidFill>
                <a:latin typeface="Montserrat Ultra-Bold Italics"/>
                <a:ea typeface="Montserrat Ultra-Bold Italics"/>
                <a:cs typeface="Montserrat Ultra-Bold Italics"/>
                <a:sym typeface="Montserrat Ultra-Bold Italics"/>
              </a:rPr>
              <a:t>Sprint Planning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532406" y="5854774"/>
            <a:ext cx="298215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b="true" sz="5000" i="true">
                <a:solidFill>
                  <a:srgbClr val="F81034"/>
                </a:solidFill>
                <a:latin typeface="Montserrat Ultra-Bold Italics"/>
                <a:ea typeface="Montserrat Ultra-Bold Italics"/>
                <a:cs typeface="Montserrat Ultra-Bold Italics"/>
                <a:sym typeface="Montserrat Ultra-Bold Italics"/>
              </a:rPr>
              <a:t>07.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28700" y="6912049"/>
            <a:ext cx="561435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b="true" sz="2500" i="true">
                <a:solidFill>
                  <a:srgbClr val="FFFFFF"/>
                </a:solidFill>
                <a:latin typeface="Montserrat Ultra-Bold Italics"/>
                <a:ea typeface="Montserrat Ultra-Bold Italics"/>
                <a:cs typeface="Montserrat Ultra-Bold Italics"/>
                <a:sym typeface="Montserrat Ultra-Bold Italics"/>
              </a:rPr>
              <a:t>Competencias de egreso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391501" y="5854774"/>
            <a:ext cx="298215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b="true" sz="5000" i="true">
                <a:solidFill>
                  <a:srgbClr val="F81034"/>
                </a:solidFill>
                <a:latin typeface="Montserrat Ultra-Bold Italics"/>
                <a:ea typeface="Montserrat Ultra-Bold Italics"/>
                <a:cs typeface="Montserrat Ultra-Bold Italics"/>
                <a:sym typeface="Montserrat Ultra-Bold Italics"/>
              </a:rPr>
              <a:t>08.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075401" y="6912049"/>
            <a:ext cx="561435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b="true" sz="2500" i="true">
                <a:solidFill>
                  <a:srgbClr val="FFFFFF"/>
                </a:solidFill>
                <a:latin typeface="Montserrat Ultra-Bold Italics"/>
                <a:ea typeface="Montserrat Ultra-Bold Italics"/>
                <a:cs typeface="Montserrat Ultra-Bold Italics"/>
                <a:sym typeface="Montserrat Ultra-Bold Italics"/>
              </a:rPr>
              <a:t>Arquitectura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250076" y="5854774"/>
            <a:ext cx="298215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b="true" sz="5000" i="true">
                <a:solidFill>
                  <a:srgbClr val="F81034"/>
                </a:solidFill>
                <a:latin typeface="Montserrat Ultra-Bold Italics"/>
                <a:ea typeface="Montserrat Ultra-Bold Italics"/>
                <a:cs typeface="Montserrat Ultra-Bold Italics"/>
                <a:sym typeface="Montserrat Ultra-Bold Italics"/>
              </a:rPr>
              <a:t>09.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917718" y="6912049"/>
            <a:ext cx="561435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b="true" sz="2500" i="true">
                <a:solidFill>
                  <a:srgbClr val="FFFFFF"/>
                </a:solidFill>
                <a:latin typeface="Montserrat Ultra-Bold Italics"/>
                <a:ea typeface="Montserrat Ultra-Bold Italics"/>
                <a:cs typeface="Montserrat Ultra-Bold Italics"/>
                <a:sym typeface="Montserrat Ultra-Bold Italics"/>
              </a:rPr>
              <a:t>Riesgos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532406" y="7723021"/>
            <a:ext cx="298215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b="true" sz="5000" i="true">
                <a:solidFill>
                  <a:srgbClr val="F81034"/>
                </a:solidFill>
                <a:latin typeface="Montserrat Ultra-Bold Italics"/>
                <a:ea typeface="Montserrat Ultra-Bold Italics"/>
                <a:cs typeface="Montserrat Ultra-Bold Italics"/>
                <a:sym typeface="Montserrat Ultra-Bold Italics"/>
              </a:rPr>
              <a:t>10.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16306" y="8644348"/>
            <a:ext cx="561435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b="true" sz="2500" i="true">
                <a:solidFill>
                  <a:srgbClr val="FFFFFF"/>
                </a:solidFill>
                <a:latin typeface="Montserrat Ultra-Bold Italics"/>
                <a:ea typeface="Montserrat Ultra-Bold Italics"/>
                <a:cs typeface="Montserrat Ultra-Bold Italics"/>
                <a:sym typeface="Montserrat Ultra-Bold Italics"/>
              </a:rPr>
              <a:t>Modelo de negocios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391501" y="7723021"/>
            <a:ext cx="298215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b="true" sz="5000" i="true">
                <a:solidFill>
                  <a:srgbClr val="F81034"/>
                </a:solidFill>
                <a:latin typeface="Montserrat Ultra-Bold Italics"/>
                <a:ea typeface="Montserrat Ultra-Bold Italics"/>
                <a:cs typeface="Montserrat Ultra-Bold Italics"/>
                <a:sym typeface="Montserrat Ultra-Bold Italics"/>
              </a:rPr>
              <a:t>11.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075401" y="8675521"/>
            <a:ext cx="561435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b="true" sz="2500" i="true">
                <a:solidFill>
                  <a:srgbClr val="FFFFFF"/>
                </a:solidFill>
                <a:latin typeface="Montserrat Ultra-Bold Italics"/>
                <a:ea typeface="Montserrat Ultra-Bold Italics"/>
                <a:cs typeface="Montserrat Ultra-Bold Italics"/>
                <a:sym typeface="Montserrat Ultra-Bold Italics"/>
              </a:rPr>
              <a:t>Demostración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250076" y="7723021"/>
            <a:ext cx="298215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b="true" sz="5000" i="true">
                <a:solidFill>
                  <a:srgbClr val="F81034"/>
                </a:solidFill>
                <a:latin typeface="Montserrat Ultra-Bold Italics"/>
                <a:ea typeface="Montserrat Ultra-Bold Italics"/>
                <a:cs typeface="Montserrat Ultra-Bold Italics"/>
                <a:sym typeface="Montserrat Ultra-Bold Italics"/>
              </a:rPr>
              <a:t>12.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933976" y="8644348"/>
            <a:ext cx="561435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b="true" sz="2500" i="true">
                <a:solidFill>
                  <a:srgbClr val="FFFFFF"/>
                </a:solidFill>
                <a:latin typeface="Montserrat Ultra-Bold Italics"/>
                <a:ea typeface="Montserrat Ultra-Bold Italics"/>
                <a:cs typeface="Montserrat Ultra-Bold Italics"/>
                <a:sym typeface="Montserrat Ultra-Bold Italics"/>
              </a:rPr>
              <a:t>Conclusión</a:t>
            </a:r>
          </a:p>
        </p:txBody>
      </p:sp>
      <p:grpSp>
        <p:nvGrpSpPr>
          <p:cNvPr name="Group 37" id="37"/>
          <p:cNvGrpSpPr/>
          <p:nvPr/>
        </p:nvGrpSpPr>
        <p:grpSpPr>
          <a:xfrm rot="7985587">
            <a:off x="17368994" y="8208896"/>
            <a:ext cx="530652" cy="530652"/>
            <a:chOff x="0" y="0"/>
            <a:chExt cx="952011" cy="95201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51992" cy="951992"/>
            </a:xfrm>
            <a:custGeom>
              <a:avLst/>
              <a:gdLst/>
              <a:ahLst/>
              <a:cxnLst/>
              <a:rect r="r" b="b" t="t" l="l"/>
              <a:pathLst>
                <a:path h="951992" w="951992">
                  <a:moveTo>
                    <a:pt x="951992" y="0"/>
                  </a:moveTo>
                  <a:lnTo>
                    <a:pt x="0" y="0"/>
                  </a:lnTo>
                  <a:lnTo>
                    <a:pt x="317373" y="317373"/>
                  </a:lnTo>
                  <a:lnTo>
                    <a:pt x="634619" y="317373"/>
                  </a:lnTo>
                  <a:lnTo>
                    <a:pt x="634619" y="634619"/>
                  </a:lnTo>
                  <a:lnTo>
                    <a:pt x="951992" y="951992"/>
                  </a:lnTo>
                  <a:close/>
                </a:path>
              </a:pathLst>
            </a:custGeom>
            <a:gradFill rotWithShape="true">
              <a:gsLst>
                <a:gs pos="0">
                  <a:srgbClr val="F81034">
                    <a:alpha val="100000"/>
                  </a:srgbClr>
                </a:gs>
                <a:gs pos="79000">
                  <a:srgbClr val="F81034">
                    <a:alpha val="100000"/>
                  </a:srgbClr>
                </a:gs>
                <a:gs pos="100000">
                  <a:srgbClr val="420909">
                    <a:alpha val="100000"/>
                  </a:srgbClr>
                </a:gs>
              </a:gsLst>
              <a:lin ang="19014425"/>
            </a:gradFill>
          </p:spPr>
        </p:sp>
      </p:grpSp>
      <p:grpSp>
        <p:nvGrpSpPr>
          <p:cNvPr name="Group 39" id="39"/>
          <p:cNvGrpSpPr/>
          <p:nvPr/>
        </p:nvGrpSpPr>
        <p:grpSpPr>
          <a:xfrm rot="7985587">
            <a:off x="17368994" y="8598484"/>
            <a:ext cx="530652" cy="530652"/>
            <a:chOff x="0" y="0"/>
            <a:chExt cx="952011" cy="95201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51992" cy="951992"/>
            </a:xfrm>
            <a:custGeom>
              <a:avLst/>
              <a:gdLst/>
              <a:ahLst/>
              <a:cxnLst/>
              <a:rect r="r" b="b" t="t" l="l"/>
              <a:pathLst>
                <a:path h="951992" w="951992">
                  <a:moveTo>
                    <a:pt x="951992" y="0"/>
                  </a:moveTo>
                  <a:lnTo>
                    <a:pt x="0" y="0"/>
                  </a:lnTo>
                  <a:lnTo>
                    <a:pt x="317373" y="317373"/>
                  </a:lnTo>
                  <a:lnTo>
                    <a:pt x="634619" y="317373"/>
                  </a:lnTo>
                  <a:lnTo>
                    <a:pt x="634619" y="634619"/>
                  </a:lnTo>
                  <a:lnTo>
                    <a:pt x="951992" y="951992"/>
                  </a:lnTo>
                  <a:close/>
                </a:path>
              </a:pathLst>
            </a:custGeom>
            <a:gradFill rotWithShape="true">
              <a:gsLst>
                <a:gs pos="0">
                  <a:srgbClr val="F81034">
                    <a:alpha val="100000"/>
                  </a:srgbClr>
                </a:gs>
                <a:gs pos="28000">
                  <a:srgbClr val="F81034">
                    <a:alpha val="100000"/>
                  </a:srgbClr>
                </a:gs>
                <a:gs pos="100000">
                  <a:srgbClr val="420909">
                    <a:alpha val="100000"/>
                  </a:srgbClr>
                </a:gs>
              </a:gsLst>
              <a:lin ang="19014425"/>
            </a:gradFill>
          </p:spPr>
        </p:sp>
      </p:grpSp>
      <p:grpSp>
        <p:nvGrpSpPr>
          <p:cNvPr name="Group 41" id="41"/>
          <p:cNvGrpSpPr/>
          <p:nvPr/>
        </p:nvGrpSpPr>
        <p:grpSpPr>
          <a:xfrm rot="7985587">
            <a:off x="17368994" y="8989518"/>
            <a:ext cx="530652" cy="530652"/>
            <a:chOff x="0" y="0"/>
            <a:chExt cx="952011" cy="95201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51992" cy="951992"/>
            </a:xfrm>
            <a:custGeom>
              <a:avLst/>
              <a:gdLst/>
              <a:ahLst/>
              <a:cxnLst/>
              <a:rect r="r" b="b" t="t" l="l"/>
              <a:pathLst>
                <a:path h="951992" w="951992">
                  <a:moveTo>
                    <a:pt x="951992" y="0"/>
                  </a:moveTo>
                  <a:lnTo>
                    <a:pt x="0" y="0"/>
                  </a:lnTo>
                  <a:lnTo>
                    <a:pt x="317373" y="317373"/>
                  </a:lnTo>
                  <a:lnTo>
                    <a:pt x="634619" y="317373"/>
                  </a:lnTo>
                  <a:lnTo>
                    <a:pt x="634619" y="634619"/>
                  </a:lnTo>
                  <a:lnTo>
                    <a:pt x="951992" y="951992"/>
                  </a:lnTo>
                  <a:close/>
                </a:path>
              </a:pathLst>
            </a:custGeom>
            <a:gradFill rotWithShape="true">
              <a:gsLst>
                <a:gs pos="0">
                  <a:srgbClr val="F81034">
                    <a:alpha val="100000"/>
                  </a:srgbClr>
                </a:gs>
                <a:gs pos="43000">
                  <a:srgbClr val="810A26">
                    <a:alpha val="100000"/>
                  </a:srgbClr>
                </a:gs>
                <a:gs pos="100000">
                  <a:srgbClr val="420909">
                    <a:alpha val="100000"/>
                  </a:srgbClr>
                </a:gs>
              </a:gsLst>
              <a:lin ang="5514445"/>
            </a:gradFill>
          </p:spPr>
        </p:sp>
      </p:grpSp>
      <p:grpSp>
        <p:nvGrpSpPr>
          <p:cNvPr name="Group 43" id="43"/>
          <p:cNvGrpSpPr/>
          <p:nvPr/>
        </p:nvGrpSpPr>
        <p:grpSpPr>
          <a:xfrm rot="7985587">
            <a:off x="17368994" y="9373494"/>
            <a:ext cx="530652" cy="530652"/>
            <a:chOff x="0" y="0"/>
            <a:chExt cx="952011" cy="952011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51992" cy="951992"/>
            </a:xfrm>
            <a:custGeom>
              <a:avLst/>
              <a:gdLst/>
              <a:ahLst/>
              <a:cxnLst/>
              <a:rect r="r" b="b" t="t" l="l"/>
              <a:pathLst>
                <a:path h="951992" w="951992">
                  <a:moveTo>
                    <a:pt x="951992" y="0"/>
                  </a:moveTo>
                  <a:lnTo>
                    <a:pt x="0" y="0"/>
                  </a:lnTo>
                  <a:lnTo>
                    <a:pt x="317373" y="317373"/>
                  </a:lnTo>
                  <a:lnTo>
                    <a:pt x="634619" y="317373"/>
                  </a:lnTo>
                  <a:lnTo>
                    <a:pt x="634619" y="634619"/>
                  </a:lnTo>
                  <a:lnTo>
                    <a:pt x="951992" y="951992"/>
                  </a:lnTo>
                  <a:close/>
                </a:path>
              </a:pathLst>
            </a:custGeom>
            <a:gradFill rotWithShape="true">
              <a:gsLst>
                <a:gs pos="0">
                  <a:srgbClr val="F81034">
                    <a:alpha val="100000"/>
                  </a:srgbClr>
                </a:gs>
                <a:gs pos="9000">
                  <a:srgbClr val="810A26">
                    <a:alpha val="100000"/>
                  </a:srgbClr>
                </a:gs>
                <a:gs pos="100000">
                  <a:srgbClr val="420909">
                    <a:alpha val="100000"/>
                  </a:srgbClr>
                </a:gs>
              </a:gsLst>
              <a:lin ang="5514445"/>
            </a:grad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799176">
            <a:off x="9988211" y="-834271"/>
            <a:ext cx="10275499" cy="11956944"/>
            <a:chOff x="0" y="0"/>
            <a:chExt cx="6985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F81034">
                <a:alpha val="44706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521139" y="1400"/>
            <a:ext cx="11971143" cy="10287701"/>
            <a:chOff x="0" y="0"/>
            <a:chExt cx="812800" cy="6985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blipFill>
              <a:blip r:embed="rId4"/>
              <a:stretch>
                <a:fillRect l="0" t="-44008" r="0" b="-61567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661439" y="701"/>
            <a:ext cx="7669200" cy="10287000"/>
          </a:xfrm>
          <a:custGeom>
            <a:avLst/>
            <a:gdLst/>
            <a:ahLst/>
            <a:cxnLst/>
            <a:rect r="r" b="b" t="t" l="l"/>
            <a:pathLst>
              <a:path h="10287000" w="7669200">
                <a:moveTo>
                  <a:pt x="0" y="0"/>
                </a:moveTo>
                <a:lnTo>
                  <a:pt x="7669200" y="0"/>
                </a:lnTo>
                <a:lnTo>
                  <a:pt x="76692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2585587">
            <a:off x="284116" y="459669"/>
            <a:ext cx="618433" cy="618433"/>
            <a:chOff x="0" y="0"/>
            <a:chExt cx="952011" cy="95201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51992" cy="951992"/>
            </a:xfrm>
            <a:custGeom>
              <a:avLst/>
              <a:gdLst/>
              <a:ahLst/>
              <a:cxnLst/>
              <a:rect r="r" b="b" t="t" l="l"/>
              <a:pathLst>
                <a:path h="951992" w="951992">
                  <a:moveTo>
                    <a:pt x="951992" y="0"/>
                  </a:moveTo>
                  <a:lnTo>
                    <a:pt x="0" y="0"/>
                  </a:lnTo>
                  <a:lnTo>
                    <a:pt x="317373" y="317373"/>
                  </a:lnTo>
                  <a:lnTo>
                    <a:pt x="634619" y="317373"/>
                  </a:lnTo>
                  <a:lnTo>
                    <a:pt x="634619" y="634619"/>
                  </a:lnTo>
                  <a:lnTo>
                    <a:pt x="951992" y="951992"/>
                  </a:lnTo>
                  <a:close/>
                </a:path>
              </a:pathLst>
            </a:custGeom>
            <a:gradFill rotWithShape="true">
              <a:gsLst>
                <a:gs pos="0">
                  <a:srgbClr val="F81034">
                    <a:alpha val="100000"/>
                  </a:srgbClr>
                </a:gs>
                <a:gs pos="79000">
                  <a:srgbClr val="F81034">
                    <a:alpha val="100000"/>
                  </a:srgbClr>
                </a:gs>
                <a:gs pos="100000">
                  <a:srgbClr val="420909">
                    <a:alpha val="100000"/>
                  </a:srgbClr>
                </a:gs>
              </a:gsLst>
              <a:lin ang="2814425"/>
            </a:gradFill>
          </p:spPr>
        </p:sp>
      </p:grpSp>
      <p:grpSp>
        <p:nvGrpSpPr>
          <p:cNvPr name="Group 11" id="11"/>
          <p:cNvGrpSpPr/>
          <p:nvPr/>
        </p:nvGrpSpPr>
        <p:grpSpPr>
          <a:xfrm rot="2585587">
            <a:off x="721173" y="459669"/>
            <a:ext cx="618433" cy="618433"/>
            <a:chOff x="0" y="0"/>
            <a:chExt cx="952011" cy="95201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51992" cy="951992"/>
            </a:xfrm>
            <a:custGeom>
              <a:avLst/>
              <a:gdLst/>
              <a:ahLst/>
              <a:cxnLst/>
              <a:rect r="r" b="b" t="t" l="l"/>
              <a:pathLst>
                <a:path h="951992" w="951992">
                  <a:moveTo>
                    <a:pt x="951992" y="0"/>
                  </a:moveTo>
                  <a:lnTo>
                    <a:pt x="0" y="0"/>
                  </a:lnTo>
                  <a:lnTo>
                    <a:pt x="317373" y="317373"/>
                  </a:lnTo>
                  <a:lnTo>
                    <a:pt x="634619" y="317373"/>
                  </a:lnTo>
                  <a:lnTo>
                    <a:pt x="634619" y="634619"/>
                  </a:lnTo>
                  <a:lnTo>
                    <a:pt x="951992" y="951992"/>
                  </a:lnTo>
                  <a:close/>
                </a:path>
              </a:pathLst>
            </a:custGeom>
            <a:gradFill rotWithShape="true">
              <a:gsLst>
                <a:gs pos="0">
                  <a:srgbClr val="F81034">
                    <a:alpha val="100000"/>
                  </a:srgbClr>
                </a:gs>
                <a:gs pos="28000">
                  <a:srgbClr val="F81034">
                    <a:alpha val="100000"/>
                  </a:srgbClr>
                </a:gs>
                <a:gs pos="100000">
                  <a:srgbClr val="420909">
                    <a:alpha val="100000"/>
                  </a:srgbClr>
                </a:gs>
              </a:gsLst>
              <a:lin ang="2814425"/>
            </a:gradFill>
          </p:spPr>
        </p:sp>
      </p:grpSp>
      <p:grpSp>
        <p:nvGrpSpPr>
          <p:cNvPr name="Group 13" id="13"/>
          <p:cNvGrpSpPr/>
          <p:nvPr/>
        </p:nvGrpSpPr>
        <p:grpSpPr>
          <a:xfrm rot="2585587">
            <a:off x="1158229" y="459669"/>
            <a:ext cx="618433" cy="618433"/>
            <a:chOff x="0" y="0"/>
            <a:chExt cx="952011" cy="95201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51992" cy="951992"/>
            </a:xfrm>
            <a:custGeom>
              <a:avLst/>
              <a:gdLst/>
              <a:ahLst/>
              <a:cxnLst/>
              <a:rect r="r" b="b" t="t" l="l"/>
              <a:pathLst>
                <a:path h="951992" w="951992">
                  <a:moveTo>
                    <a:pt x="951992" y="0"/>
                  </a:moveTo>
                  <a:lnTo>
                    <a:pt x="0" y="0"/>
                  </a:lnTo>
                  <a:lnTo>
                    <a:pt x="317373" y="317373"/>
                  </a:lnTo>
                  <a:lnTo>
                    <a:pt x="634619" y="317373"/>
                  </a:lnTo>
                  <a:lnTo>
                    <a:pt x="634619" y="634619"/>
                  </a:lnTo>
                  <a:lnTo>
                    <a:pt x="951992" y="951992"/>
                  </a:lnTo>
                  <a:close/>
                </a:path>
              </a:pathLst>
            </a:custGeom>
            <a:gradFill rotWithShape="true">
              <a:gsLst>
                <a:gs pos="0">
                  <a:srgbClr val="F81034">
                    <a:alpha val="100000"/>
                  </a:srgbClr>
                </a:gs>
                <a:gs pos="43000">
                  <a:srgbClr val="810A26">
                    <a:alpha val="100000"/>
                  </a:srgbClr>
                </a:gs>
                <a:gs pos="100000">
                  <a:srgbClr val="420909">
                    <a:alpha val="100000"/>
                  </a:srgbClr>
                </a:gs>
              </a:gsLst>
              <a:lin ang="10914445"/>
            </a:gradFill>
          </p:spPr>
        </p:sp>
      </p:grpSp>
      <p:grpSp>
        <p:nvGrpSpPr>
          <p:cNvPr name="Group 15" id="15"/>
          <p:cNvGrpSpPr/>
          <p:nvPr/>
        </p:nvGrpSpPr>
        <p:grpSpPr>
          <a:xfrm rot="2585587">
            <a:off x="1595285" y="459669"/>
            <a:ext cx="618433" cy="618433"/>
            <a:chOff x="0" y="0"/>
            <a:chExt cx="952011" cy="95201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51992" cy="951992"/>
            </a:xfrm>
            <a:custGeom>
              <a:avLst/>
              <a:gdLst/>
              <a:ahLst/>
              <a:cxnLst/>
              <a:rect r="r" b="b" t="t" l="l"/>
              <a:pathLst>
                <a:path h="951992" w="951992">
                  <a:moveTo>
                    <a:pt x="951992" y="0"/>
                  </a:moveTo>
                  <a:lnTo>
                    <a:pt x="0" y="0"/>
                  </a:lnTo>
                  <a:lnTo>
                    <a:pt x="317373" y="317373"/>
                  </a:lnTo>
                  <a:lnTo>
                    <a:pt x="634619" y="317373"/>
                  </a:lnTo>
                  <a:lnTo>
                    <a:pt x="634619" y="634619"/>
                  </a:lnTo>
                  <a:lnTo>
                    <a:pt x="951992" y="951992"/>
                  </a:lnTo>
                  <a:close/>
                </a:path>
              </a:pathLst>
            </a:custGeom>
            <a:gradFill rotWithShape="true">
              <a:gsLst>
                <a:gs pos="0">
                  <a:srgbClr val="F81034">
                    <a:alpha val="100000"/>
                  </a:srgbClr>
                </a:gs>
                <a:gs pos="9000">
                  <a:srgbClr val="810A26">
                    <a:alpha val="100000"/>
                  </a:srgbClr>
                </a:gs>
                <a:gs pos="100000">
                  <a:srgbClr val="420909">
                    <a:alpha val="100000"/>
                  </a:srgbClr>
                </a:gs>
              </a:gsLst>
              <a:lin ang="10914445"/>
            </a:gra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440864" y="1341030"/>
            <a:ext cx="6532056" cy="1524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00"/>
              </a:lnSpc>
            </a:pPr>
            <a:r>
              <a:rPr lang="en-US" b="true" sz="10000" i="true">
                <a:solidFill>
                  <a:srgbClr val="FFFFFF"/>
                </a:solidFill>
                <a:latin typeface="Montserrat Ultra-Bold Italics"/>
                <a:ea typeface="Montserrat Ultra-Bold Italics"/>
                <a:cs typeface="Montserrat Ultra-Bold Italics"/>
                <a:sym typeface="Montserrat Ultra-Bold Italics"/>
              </a:rPr>
              <a:t>Contexto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52121" y="4706458"/>
            <a:ext cx="8109541" cy="212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40"/>
              </a:lnSpc>
            </a:pPr>
            <a:r>
              <a:rPr lang="en-US" sz="236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El powerlifting es un deporte de fuerza que se evalúa el máximo levantamiento en sentadilla, press de banca y peso muerto, en donde es planificado en bloques y sesiones para desarrollar fuerza y técnica</a:t>
            </a:r>
          </a:p>
          <a:p>
            <a:pPr algn="ctr">
              <a:lnSpc>
                <a:spcPts val="2840"/>
              </a:lnSpc>
            </a:pPr>
          </a:p>
          <a:p>
            <a:pPr algn="ctr">
              <a:lnSpc>
                <a:spcPts val="284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2585587">
            <a:off x="147596" y="9286387"/>
            <a:ext cx="714008" cy="714008"/>
            <a:chOff x="0" y="0"/>
            <a:chExt cx="952011" cy="95201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51992" cy="951992"/>
            </a:xfrm>
            <a:custGeom>
              <a:avLst/>
              <a:gdLst/>
              <a:ahLst/>
              <a:cxnLst/>
              <a:rect r="r" b="b" t="t" l="l"/>
              <a:pathLst>
                <a:path h="951992" w="951992">
                  <a:moveTo>
                    <a:pt x="951992" y="0"/>
                  </a:moveTo>
                  <a:lnTo>
                    <a:pt x="0" y="0"/>
                  </a:lnTo>
                  <a:lnTo>
                    <a:pt x="317373" y="317373"/>
                  </a:lnTo>
                  <a:lnTo>
                    <a:pt x="634619" y="317373"/>
                  </a:lnTo>
                  <a:lnTo>
                    <a:pt x="634619" y="634619"/>
                  </a:lnTo>
                  <a:lnTo>
                    <a:pt x="951992" y="951992"/>
                  </a:lnTo>
                  <a:close/>
                </a:path>
              </a:pathLst>
            </a:custGeom>
            <a:gradFill rotWithShape="true">
              <a:gsLst>
                <a:gs pos="0">
                  <a:srgbClr val="F81034">
                    <a:alpha val="100000"/>
                  </a:srgbClr>
                </a:gs>
                <a:gs pos="79000">
                  <a:srgbClr val="F81034">
                    <a:alpha val="100000"/>
                  </a:srgbClr>
                </a:gs>
                <a:gs pos="100000">
                  <a:srgbClr val="420909">
                    <a:alpha val="100000"/>
                  </a:srgbClr>
                </a:gs>
              </a:gsLst>
              <a:lin ang="2814425"/>
            </a:gradFill>
          </p:spPr>
        </p:sp>
      </p:grpSp>
      <p:grpSp>
        <p:nvGrpSpPr>
          <p:cNvPr name="Group 5" id="5"/>
          <p:cNvGrpSpPr/>
          <p:nvPr/>
        </p:nvGrpSpPr>
        <p:grpSpPr>
          <a:xfrm rot="2585587">
            <a:off x="652197" y="9286387"/>
            <a:ext cx="714008" cy="714008"/>
            <a:chOff x="0" y="0"/>
            <a:chExt cx="952011" cy="95201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51992" cy="951992"/>
            </a:xfrm>
            <a:custGeom>
              <a:avLst/>
              <a:gdLst/>
              <a:ahLst/>
              <a:cxnLst/>
              <a:rect r="r" b="b" t="t" l="l"/>
              <a:pathLst>
                <a:path h="951992" w="951992">
                  <a:moveTo>
                    <a:pt x="951992" y="0"/>
                  </a:moveTo>
                  <a:lnTo>
                    <a:pt x="0" y="0"/>
                  </a:lnTo>
                  <a:lnTo>
                    <a:pt x="317373" y="317373"/>
                  </a:lnTo>
                  <a:lnTo>
                    <a:pt x="634619" y="317373"/>
                  </a:lnTo>
                  <a:lnTo>
                    <a:pt x="634619" y="634619"/>
                  </a:lnTo>
                  <a:lnTo>
                    <a:pt x="951992" y="951992"/>
                  </a:lnTo>
                  <a:close/>
                </a:path>
              </a:pathLst>
            </a:custGeom>
            <a:gradFill rotWithShape="true">
              <a:gsLst>
                <a:gs pos="0">
                  <a:srgbClr val="F81034">
                    <a:alpha val="100000"/>
                  </a:srgbClr>
                </a:gs>
                <a:gs pos="28000">
                  <a:srgbClr val="F81034">
                    <a:alpha val="100000"/>
                  </a:srgbClr>
                </a:gs>
                <a:gs pos="100000">
                  <a:srgbClr val="420909">
                    <a:alpha val="100000"/>
                  </a:srgbClr>
                </a:gs>
              </a:gsLst>
              <a:lin ang="2814425"/>
            </a:gradFill>
          </p:spPr>
        </p:sp>
      </p:grpSp>
      <p:grpSp>
        <p:nvGrpSpPr>
          <p:cNvPr name="Group 7" id="7"/>
          <p:cNvGrpSpPr/>
          <p:nvPr/>
        </p:nvGrpSpPr>
        <p:grpSpPr>
          <a:xfrm rot="2585587">
            <a:off x="1156797" y="9286387"/>
            <a:ext cx="714008" cy="714008"/>
            <a:chOff x="0" y="0"/>
            <a:chExt cx="952011" cy="95201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51992" cy="951992"/>
            </a:xfrm>
            <a:custGeom>
              <a:avLst/>
              <a:gdLst/>
              <a:ahLst/>
              <a:cxnLst/>
              <a:rect r="r" b="b" t="t" l="l"/>
              <a:pathLst>
                <a:path h="951992" w="951992">
                  <a:moveTo>
                    <a:pt x="951992" y="0"/>
                  </a:moveTo>
                  <a:lnTo>
                    <a:pt x="0" y="0"/>
                  </a:lnTo>
                  <a:lnTo>
                    <a:pt x="317373" y="317373"/>
                  </a:lnTo>
                  <a:lnTo>
                    <a:pt x="634619" y="317373"/>
                  </a:lnTo>
                  <a:lnTo>
                    <a:pt x="634619" y="634619"/>
                  </a:lnTo>
                  <a:lnTo>
                    <a:pt x="951992" y="951992"/>
                  </a:lnTo>
                  <a:close/>
                </a:path>
              </a:pathLst>
            </a:custGeom>
            <a:gradFill rotWithShape="true">
              <a:gsLst>
                <a:gs pos="0">
                  <a:srgbClr val="F81034">
                    <a:alpha val="100000"/>
                  </a:srgbClr>
                </a:gs>
                <a:gs pos="43000">
                  <a:srgbClr val="810A26">
                    <a:alpha val="100000"/>
                  </a:srgbClr>
                </a:gs>
                <a:gs pos="100000">
                  <a:srgbClr val="420909">
                    <a:alpha val="100000"/>
                  </a:srgbClr>
                </a:gs>
              </a:gsLst>
              <a:lin ang="10914445"/>
            </a:gradFill>
          </p:spPr>
        </p:sp>
      </p:grpSp>
      <p:grpSp>
        <p:nvGrpSpPr>
          <p:cNvPr name="Group 9" id="9"/>
          <p:cNvGrpSpPr/>
          <p:nvPr/>
        </p:nvGrpSpPr>
        <p:grpSpPr>
          <a:xfrm rot="2585587">
            <a:off x="1661397" y="9286387"/>
            <a:ext cx="714008" cy="714008"/>
            <a:chOff x="0" y="0"/>
            <a:chExt cx="952011" cy="95201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51992" cy="951992"/>
            </a:xfrm>
            <a:custGeom>
              <a:avLst/>
              <a:gdLst/>
              <a:ahLst/>
              <a:cxnLst/>
              <a:rect r="r" b="b" t="t" l="l"/>
              <a:pathLst>
                <a:path h="951992" w="951992">
                  <a:moveTo>
                    <a:pt x="951992" y="0"/>
                  </a:moveTo>
                  <a:lnTo>
                    <a:pt x="0" y="0"/>
                  </a:lnTo>
                  <a:lnTo>
                    <a:pt x="317373" y="317373"/>
                  </a:lnTo>
                  <a:lnTo>
                    <a:pt x="634619" y="317373"/>
                  </a:lnTo>
                  <a:lnTo>
                    <a:pt x="634619" y="634619"/>
                  </a:lnTo>
                  <a:lnTo>
                    <a:pt x="951992" y="951992"/>
                  </a:lnTo>
                  <a:close/>
                </a:path>
              </a:pathLst>
            </a:custGeom>
            <a:gradFill rotWithShape="true">
              <a:gsLst>
                <a:gs pos="0">
                  <a:srgbClr val="F81034">
                    <a:alpha val="100000"/>
                  </a:srgbClr>
                </a:gs>
                <a:gs pos="9000">
                  <a:srgbClr val="810A26">
                    <a:alpha val="100000"/>
                  </a:srgbClr>
                </a:gs>
                <a:gs pos="100000">
                  <a:srgbClr val="420909">
                    <a:alpha val="100000"/>
                  </a:srgbClr>
                </a:gs>
              </a:gsLst>
              <a:lin ang="10914445"/>
            </a:grad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631630" y="5143500"/>
            <a:ext cx="9195752" cy="3560128"/>
          </a:xfrm>
          <a:custGeom>
            <a:avLst/>
            <a:gdLst/>
            <a:ahLst/>
            <a:cxnLst/>
            <a:rect r="r" b="b" t="t" l="l"/>
            <a:pathLst>
              <a:path h="3560128" w="9195752">
                <a:moveTo>
                  <a:pt x="0" y="0"/>
                </a:moveTo>
                <a:lnTo>
                  <a:pt x="9195752" y="0"/>
                </a:lnTo>
                <a:lnTo>
                  <a:pt x="9195752" y="3560128"/>
                </a:lnTo>
                <a:lnTo>
                  <a:pt x="0" y="35601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684" r="-306" b="-684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31630" y="479076"/>
            <a:ext cx="6399444" cy="1566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Problemática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31630" y="2789842"/>
            <a:ext cx="11482057" cy="212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2"/>
              </a:lnSpc>
            </a:pPr>
            <a:r>
              <a:rPr lang="en-US" sz="233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En la práctica, los entrenadores gestionan entre múltiples herramientas, lo que se dispersa la  información clave (La creación de bloques, cargas y sensaciones diarias), se dificulta la lectura del progreso y ralentiza los ajustes necesarios. A medida que crece las cantidades de atletas para el entrenador, la coordinación se vuelve compleja y la calidad del servicio resulta ser afectada.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969698" y="9849152"/>
            <a:ext cx="2576348" cy="189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31"/>
              </a:lnSpc>
            </a:pPr>
            <a:r>
              <a:rPr lang="en-US" sz="1165" i="true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Lucas Jalffin - Coach de powerlifting</a:t>
            </a:r>
          </a:p>
        </p:txBody>
      </p: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13052497" y="1028700"/>
            <a:ext cx="4410750" cy="8727427"/>
            <a:chOff x="0" y="0"/>
            <a:chExt cx="2620010" cy="51841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5"/>
              <a:stretch>
                <a:fillRect l="-112" t="0" r="-112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EBCEB5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FCE9D8"/>
            </a:solid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2446567" y="2518652"/>
            <a:ext cx="9265349" cy="8859729"/>
          </a:xfrm>
          <a:prstGeom prst="rect">
            <a:avLst/>
          </a:prstGeom>
        </p:spPr>
      </p:pic>
      <p:sp>
        <p:nvSpPr>
          <p:cNvPr name="Freeform 4" id="4"/>
          <p:cNvSpPr/>
          <p:nvPr/>
        </p:nvSpPr>
        <p:spPr>
          <a:xfrm flipH="false" flipV="false" rot="-1130613">
            <a:off x="5839670" y="2279062"/>
            <a:ext cx="3878175" cy="1173148"/>
          </a:xfrm>
          <a:custGeom>
            <a:avLst/>
            <a:gdLst/>
            <a:ahLst/>
            <a:cxnLst/>
            <a:rect r="r" b="b" t="t" l="l"/>
            <a:pathLst>
              <a:path h="1173148" w="3878175">
                <a:moveTo>
                  <a:pt x="0" y="0"/>
                </a:moveTo>
                <a:lnTo>
                  <a:pt x="3878175" y="0"/>
                </a:lnTo>
                <a:lnTo>
                  <a:pt x="3878175" y="1173147"/>
                </a:lnTo>
                <a:lnTo>
                  <a:pt x="0" y="117314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341108">
            <a:off x="6098938" y="5834423"/>
            <a:ext cx="3878175" cy="1173148"/>
          </a:xfrm>
          <a:custGeom>
            <a:avLst/>
            <a:gdLst/>
            <a:ahLst/>
            <a:cxnLst/>
            <a:rect r="r" b="b" t="t" l="l"/>
            <a:pathLst>
              <a:path h="1173148" w="3878175">
                <a:moveTo>
                  <a:pt x="0" y="0"/>
                </a:moveTo>
                <a:lnTo>
                  <a:pt x="3878175" y="0"/>
                </a:lnTo>
                <a:lnTo>
                  <a:pt x="3878175" y="1173148"/>
                </a:lnTo>
                <a:lnTo>
                  <a:pt x="0" y="117314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374404">
            <a:off x="6098938" y="3750882"/>
            <a:ext cx="3878175" cy="1173148"/>
          </a:xfrm>
          <a:custGeom>
            <a:avLst/>
            <a:gdLst/>
            <a:ahLst/>
            <a:cxnLst/>
            <a:rect r="r" b="b" t="t" l="l"/>
            <a:pathLst>
              <a:path h="1173148" w="3878175">
                <a:moveTo>
                  <a:pt x="0" y="0"/>
                </a:moveTo>
                <a:lnTo>
                  <a:pt x="3878175" y="0"/>
                </a:lnTo>
                <a:lnTo>
                  <a:pt x="3878175" y="1173148"/>
                </a:lnTo>
                <a:lnTo>
                  <a:pt x="0" y="117314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-10800000">
            <a:off x="15643262" y="267211"/>
            <a:ext cx="2271797" cy="889953"/>
            <a:chOff x="0" y="0"/>
            <a:chExt cx="3029062" cy="1186605"/>
          </a:xfrm>
        </p:grpSpPr>
        <p:grpSp>
          <p:nvGrpSpPr>
            <p:cNvPr name="Group 8" id="8"/>
            <p:cNvGrpSpPr/>
            <p:nvPr/>
          </p:nvGrpSpPr>
          <p:grpSpPr>
            <a:xfrm rot="-8214413">
              <a:off x="2015999" y="173542"/>
              <a:ext cx="839521" cy="839521"/>
              <a:chOff x="0" y="0"/>
              <a:chExt cx="952011" cy="952011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951992" cy="951992"/>
              </a:xfrm>
              <a:custGeom>
                <a:avLst/>
                <a:gdLst/>
                <a:ahLst/>
                <a:cxnLst/>
                <a:rect r="r" b="b" t="t" l="l"/>
                <a:pathLst>
                  <a:path h="951992" w="951992">
                    <a:moveTo>
                      <a:pt x="951992" y="0"/>
                    </a:moveTo>
                    <a:lnTo>
                      <a:pt x="0" y="0"/>
                    </a:lnTo>
                    <a:lnTo>
                      <a:pt x="317373" y="317373"/>
                    </a:lnTo>
                    <a:lnTo>
                      <a:pt x="634619" y="317373"/>
                    </a:lnTo>
                    <a:lnTo>
                      <a:pt x="634619" y="634619"/>
                    </a:lnTo>
                    <a:lnTo>
                      <a:pt x="951992" y="951992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81034">
                      <a:alpha val="100000"/>
                    </a:srgbClr>
                  </a:gs>
                  <a:gs pos="79000">
                    <a:srgbClr val="F81034">
                      <a:alpha val="100000"/>
                    </a:srgbClr>
                  </a:gs>
                  <a:gs pos="100000">
                    <a:srgbClr val="420909">
                      <a:alpha val="100000"/>
                    </a:srgbClr>
                  </a:gs>
                </a:gsLst>
                <a:lin ang="13614425"/>
              </a:gradFill>
            </p:spPr>
          </p:sp>
        </p:grpSp>
        <p:grpSp>
          <p:nvGrpSpPr>
            <p:cNvPr name="Group 10" id="10"/>
            <p:cNvGrpSpPr/>
            <p:nvPr/>
          </p:nvGrpSpPr>
          <p:grpSpPr>
            <a:xfrm rot="-8214413">
              <a:off x="1399650" y="173542"/>
              <a:ext cx="839521" cy="839521"/>
              <a:chOff x="0" y="0"/>
              <a:chExt cx="952011" cy="952011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951992" cy="951992"/>
              </a:xfrm>
              <a:custGeom>
                <a:avLst/>
                <a:gdLst/>
                <a:ahLst/>
                <a:cxnLst/>
                <a:rect r="r" b="b" t="t" l="l"/>
                <a:pathLst>
                  <a:path h="951992" w="951992">
                    <a:moveTo>
                      <a:pt x="951992" y="0"/>
                    </a:moveTo>
                    <a:lnTo>
                      <a:pt x="0" y="0"/>
                    </a:lnTo>
                    <a:lnTo>
                      <a:pt x="317373" y="317373"/>
                    </a:lnTo>
                    <a:lnTo>
                      <a:pt x="634619" y="317373"/>
                    </a:lnTo>
                    <a:lnTo>
                      <a:pt x="634619" y="634619"/>
                    </a:lnTo>
                    <a:lnTo>
                      <a:pt x="951992" y="951992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81034">
                      <a:alpha val="100000"/>
                    </a:srgbClr>
                  </a:gs>
                  <a:gs pos="28000">
                    <a:srgbClr val="F81034">
                      <a:alpha val="100000"/>
                    </a:srgbClr>
                  </a:gs>
                  <a:gs pos="100000">
                    <a:srgbClr val="420909">
                      <a:alpha val="100000"/>
                    </a:srgbClr>
                  </a:gs>
                </a:gsLst>
                <a:lin ang="13614425"/>
              </a:gradFill>
            </p:spPr>
          </p:sp>
        </p:grpSp>
        <p:grpSp>
          <p:nvGrpSpPr>
            <p:cNvPr name="Group 12" id="12"/>
            <p:cNvGrpSpPr/>
            <p:nvPr/>
          </p:nvGrpSpPr>
          <p:grpSpPr>
            <a:xfrm rot="-8214413">
              <a:off x="781012" y="173542"/>
              <a:ext cx="839521" cy="839521"/>
              <a:chOff x="0" y="0"/>
              <a:chExt cx="952011" cy="9520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951992" cy="951992"/>
              </a:xfrm>
              <a:custGeom>
                <a:avLst/>
                <a:gdLst/>
                <a:ahLst/>
                <a:cxnLst/>
                <a:rect r="r" b="b" t="t" l="l"/>
                <a:pathLst>
                  <a:path h="951992" w="951992">
                    <a:moveTo>
                      <a:pt x="951992" y="0"/>
                    </a:moveTo>
                    <a:lnTo>
                      <a:pt x="0" y="0"/>
                    </a:lnTo>
                    <a:lnTo>
                      <a:pt x="317373" y="317373"/>
                    </a:lnTo>
                    <a:lnTo>
                      <a:pt x="634619" y="317373"/>
                    </a:lnTo>
                    <a:lnTo>
                      <a:pt x="634619" y="634619"/>
                    </a:lnTo>
                    <a:lnTo>
                      <a:pt x="951992" y="951992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81034">
                      <a:alpha val="100000"/>
                    </a:srgbClr>
                  </a:gs>
                  <a:gs pos="43000">
                    <a:srgbClr val="810A26">
                      <a:alpha val="100000"/>
                    </a:srgbClr>
                  </a:gs>
                  <a:gs pos="100000">
                    <a:srgbClr val="420909">
                      <a:alpha val="100000"/>
                    </a:srgbClr>
                  </a:gs>
                </a:gsLst>
                <a:lin ang="114445"/>
              </a:gradFill>
            </p:spPr>
          </p:sp>
        </p:grpSp>
        <p:grpSp>
          <p:nvGrpSpPr>
            <p:cNvPr name="Group 14" id="14"/>
            <p:cNvGrpSpPr/>
            <p:nvPr/>
          </p:nvGrpSpPr>
          <p:grpSpPr>
            <a:xfrm rot="-8214413">
              <a:off x="173542" y="173542"/>
              <a:ext cx="839521" cy="839521"/>
              <a:chOff x="0" y="0"/>
              <a:chExt cx="952011" cy="952011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951992" cy="951992"/>
              </a:xfrm>
              <a:custGeom>
                <a:avLst/>
                <a:gdLst/>
                <a:ahLst/>
                <a:cxnLst/>
                <a:rect r="r" b="b" t="t" l="l"/>
                <a:pathLst>
                  <a:path h="951992" w="951992">
                    <a:moveTo>
                      <a:pt x="951992" y="0"/>
                    </a:moveTo>
                    <a:lnTo>
                      <a:pt x="0" y="0"/>
                    </a:lnTo>
                    <a:lnTo>
                      <a:pt x="317373" y="317373"/>
                    </a:lnTo>
                    <a:lnTo>
                      <a:pt x="634619" y="317373"/>
                    </a:lnTo>
                    <a:lnTo>
                      <a:pt x="634619" y="634619"/>
                    </a:lnTo>
                    <a:lnTo>
                      <a:pt x="951992" y="951992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81034">
                      <a:alpha val="100000"/>
                    </a:srgbClr>
                  </a:gs>
                  <a:gs pos="9000">
                    <a:srgbClr val="810A26">
                      <a:alpha val="100000"/>
                    </a:srgbClr>
                  </a:gs>
                  <a:gs pos="100000">
                    <a:srgbClr val="420909">
                      <a:alpha val="100000"/>
                    </a:srgbClr>
                  </a:gs>
                </a:gsLst>
                <a:lin ang="114445"/>
              </a:gradFill>
            </p:spPr>
          </p:sp>
        </p:grpSp>
      </p:grpSp>
      <p:sp>
        <p:nvSpPr>
          <p:cNvPr name="TextBox 16" id="16"/>
          <p:cNvSpPr txBox="true"/>
          <p:nvPr/>
        </p:nvSpPr>
        <p:spPr>
          <a:xfrm rot="0">
            <a:off x="1358514" y="712187"/>
            <a:ext cx="5313652" cy="1363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34"/>
              </a:lnSpc>
            </a:pPr>
            <a:r>
              <a:rPr lang="en-US" b="true" sz="8945" i="true">
                <a:solidFill>
                  <a:srgbClr val="FFFFFF"/>
                </a:solidFill>
                <a:latin typeface="Montserrat Ultra-Bold Italics"/>
                <a:ea typeface="Montserrat Ultra-Bold Italics"/>
                <a:cs typeface="Montserrat Ultra-Bold Italics"/>
                <a:sym typeface="Montserrat Ultra-Bold Italics"/>
              </a:rPr>
              <a:t>Solución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43254" y="3723844"/>
            <a:ext cx="5910470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60"/>
              </a:lnSpc>
            </a:pPr>
            <a:r>
              <a:rPr lang="en-US" b="true" sz="2300" i="true">
                <a:solidFill>
                  <a:srgbClr val="FFFFFF"/>
                </a:solidFill>
                <a:latin typeface="Montserrat Ultra-Bold Italics"/>
                <a:ea typeface="Montserrat Ultra-Bold Italics"/>
                <a:cs typeface="Montserrat Ultra-Bold Italics"/>
                <a:sym typeface="Montserrat Ultra-Bold Italics"/>
              </a:rPr>
              <a:t>Crear bloques y  sesiones de entrenamiento para el seguimiento del progreso del atleta.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43254" y="5886594"/>
            <a:ext cx="6216416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59"/>
              </a:lnSpc>
            </a:pPr>
            <a:r>
              <a:rPr lang="en-US" b="true" sz="2299" i="true">
                <a:solidFill>
                  <a:srgbClr val="FFFFFF"/>
                </a:solidFill>
                <a:latin typeface="Montserrat Ultra-Bold Italics"/>
                <a:ea typeface="Montserrat Ultra-Bold Italics"/>
                <a:cs typeface="Montserrat Ultra-Bold Italics"/>
                <a:sym typeface="Montserrat Ultra-Bold Italics"/>
              </a:rPr>
              <a:t>Recomendar ajustes asistidos por inteligencia artificial según las sensaciones del atleta, para optimizar el rendimiento y reducir la fatiga.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175891" y="1561093"/>
            <a:ext cx="5910470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59"/>
              </a:lnSpc>
            </a:pPr>
            <a:r>
              <a:rPr lang="en-US" b="true" sz="2299" i="true">
                <a:solidFill>
                  <a:srgbClr val="FFFFFF"/>
                </a:solidFill>
                <a:latin typeface="Montserrat Ultra-Bold Italics"/>
                <a:ea typeface="Montserrat Ultra-Bold Italics"/>
                <a:cs typeface="Montserrat Ultra-Bold Italics"/>
                <a:sym typeface="Montserrat Ultra-Bold Italics"/>
              </a:rPr>
              <a:t>Crear una aplicación móvil para  la planificación estructurada para el atleta y específica para powerlifting.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911575">
            <a:off x="5567004" y="7597477"/>
            <a:ext cx="3878175" cy="1173148"/>
          </a:xfrm>
          <a:custGeom>
            <a:avLst/>
            <a:gdLst/>
            <a:ahLst/>
            <a:cxnLst/>
            <a:rect r="r" b="b" t="t" l="l"/>
            <a:pathLst>
              <a:path h="1173148" w="3878175">
                <a:moveTo>
                  <a:pt x="0" y="0"/>
                </a:moveTo>
                <a:lnTo>
                  <a:pt x="3878175" y="0"/>
                </a:lnTo>
                <a:lnTo>
                  <a:pt x="3878175" y="1173147"/>
                </a:lnTo>
                <a:lnTo>
                  <a:pt x="0" y="117314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9803372" y="8229600"/>
            <a:ext cx="5910470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60"/>
              </a:lnSpc>
            </a:pPr>
            <a:r>
              <a:rPr lang="en-US" b="true" sz="2300" i="true">
                <a:solidFill>
                  <a:srgbClr val="FFFFFF"/>
                </a:solidFill>
                <a:latin typeface="Montserrat Ultra-Bold Italics"/>
                <a:ea typeface="Montserrat Ultra-Bold Italics"/>
                <a:cs typeface="Montserrat Ultra-Bold Italics"/>
                <a:sym typeface="Montserrat Ultra-Bold Italics"/>
              </a:rPr>
              <a:t>Evitar sobrecargas en los atletas y evitar lesiones en los entrenamientos para un mejor rendimiento.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2585587">
            <a:off x="303873" y="479426"/>
            <a:ext cx="714008" cy="714008"/>
            <a:chOff x="0" y="0"/>
            <a:chExt cx="952011" cy="95201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51992" cy="951992"/>
            </a:xfrm>
            <a:custGeom>
              <a:avLst/>
              <a:gdLst/>
              <a:ahLst/>
              <a:cxnLst/>
              <a:rect r="r" b="b" t="t" l="l"/>
              <a:pathLst>
                <a:path h="951992" w="951992">
                  <a:moveTo>
                    <a:pt x="951992" y="0"/>
                  </a:moveTo>
                  <a:lnTo>
                    <a:pt x="0" y="0"/>
                  </a:lnTo>
                  <a:lnTo>
                    <a:pt x="317373" y="317373"/>
                  </a:lnTo>
                  <a:lnTo>
                    <a:pt x="634619" y="317373"/>
                  </a:lnTo>
                  <a:lnTo>
                    <a:pt x="634619" y="634619"/>
                  </a:lnTo>
                  <a:lnTo>
                    <a:pt x="951992" y="951992"/>
                  </a:lnTo>
                  <a:close/>
                </a:path>
              </a:pathLst>
            </a:custGeom>
            <a:gradFill rotWithShape="true">
              <a:gsLst>
                <a:gs pos="0">
                  <a:srgbClr val="F81034">
                    <a:alpha val="100000"/>
                  </a:srgbClr>
                </a:gs>
                <a:gs pos="79000">
                  <a:srgbClr val="F81034">
                    <a:alpha val="100000"/>
                  </a:srgbClr>
                </a:gs>
                <a:gs pos="100000">
                  <a:srgbClr val="420909">
                    <a:alpha val="100000"/>
                  </a:srgbClr>
                </a:gs>
              </a:gsLst>
              <a:lin ang="2814425"/>
            </a:gradFill>
          </p:spPr>
        </p:sp>
      </p:grpSp>
      <p:grpSp>
        <p:nvGrpSpPr>
          <p:cNvPr name="Group 5" id="5"/>
          <p:cNvGrpSpPr/>
          <p:nvPr/>
        </p:nvGrpSpPr>
        <p:grpSpPr>
          <a:xfrm rot="2585587">
            <a:off x="808473" y="479426"/>
            <a:ext cx="714008" cy="714008"/>
            <a:chOff x="0" y="0"/>
            <a:chExt cx="952011" cy="95201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51992" cy="951992"/>
            </a:xfrm>
            <a:custGeom>
              <a:avLst/>
              <a:gdLst/>
              <a:ahLst/>
              <a:cxnLst/>
              <a:rect r="r" b="b" t="t" l="l"/>
              <a:pathLst>
                <a:path h="951992" w="951992">
                  <a:moveTo>
                    <a:pt x="951992" y="0"/>
                  </a:moveTo>
                  <a:lnTo>
                    <a:pt x="0" y="0"/>
                  </a:lnTo>
                  <a:lnTo>
                    <a:pt x="317373" y="317373"/>
                  </a:lnTo>
                  <a:lnTo>
                    <a:pt x="634619" y="317373"/>
                  </a:lnTo>
                  <a:lnTo>
                    <a:pt x="634619" y="634619"/>
                  </a:lnTo>
                  <a:lnTo>
                    <a:pt x="951992" y="951992"/>
                  </a:lnTo>
                  <a:close/>
                </a:path>
              </a:pathLst>
            </a:custGeom>
            <a:gradFill rotWithShape="true">
              <a:gsLst>
                <a:gs pos="0">
                  <a:srgbClr val="F81034">
                    <a:alpha val="100000"/>
                  </a:srgbClr>
                </a:gs>
                <a:gs pos="28000">
                  <a:srgbClr val="F81034">
                    <a:alpha val="100000"/>
                  </a:srgbClr>
                </a:gs>
                <a:gs pos="100000">
                  <a:srgbClr val="420909">
                    <a:alpha val="100000"/>
                  </a:srgbClr>
                </a:gs>
              </a:gsLst>
              <a:lin ang="2814425"/>
            </a:gradFill>
          </p:spPr>
        </p:sp>
      </p:grpSp>
      <p:grpSp>
        <p:nvGrpSpPr>
          <p:cNvPr name="Group 7" id="7"/>
          <p:cNvGrpSpPr/>
          <p:nvPr/>
        </p:nvGrpSpPr>
        <p:grpSpPr>
          <a:xfrm rot="2585587">
            <a:off x="1313074" y="479426"/>
            <a:ext cx="714008" cy="714008"/>
            <a:chOff x="0" y="0"/>
            <a:chExt cx="952011" cy="95201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51992" cy="951992"/>
            </a:xfrm>
            <a:custGeom>
              <a:avLst/>
              <a:gdLst/>
              <a:ahLst/>
              <a:cxnLst/>
              <a:rect r="r" b="b" t="t" l="l"/>
              <a:pathLst>
                <a:path h="951992" w="951992">
                  <a:moveTo>
                    <a:pt x="951992" y="0"/>
                  </a:moveTo>
                  <a:lnTo>
                    <a:pt x="0" y="0"/>
                  </a:lnTo>
                  <a:lnTo>
                    <a:pt x="317373" y="317373"/>
                  </a:lnTo>
                  <a:lnTo>
                    <a:pt x="634619" y="317373"/>
                  </a:lnTo>
                  <a:lnTo>
                    <a:pt x="634619" y="634619"/>
                  </a:lnTo>
                  <a:lnTo>
                    <a:pt x="951992" y="951992"/>
                  </a:lnTo>
                  <a:close/>
                </a:path>
              </a:pathLst>
            </a:custGeom>
            <a:gradFill rotWithShape="true">
              <a:gsLst>
                <a:gs pos="0">
                  <a:srgbClr val="F81034">
                    <a:alpha val="100000"/>
                  </a:srgbClr>
                </a:gs>
                <a:gs pos="43000">
                  <a:srgbClr val="810A26">
                    <a:alpha val="100000"/>
                  </a:srgbClr>
                </a:gs>
                <a:gs pos="100000">
                  <a:srgbClr val="420909">
                    <a:alpha val="100000"/>
                  </a:srgbClr>
                </a:gs>
              </a:gsLst>
              <a:lin ang="10914445"/>
            </a:gradFill>
          </p:spPr>
        </p:sp>
      </p:grpSp>
      <p:grpSp>
        <p:nvGrpSpPr>
          <p:cNvPr name="Group 9" id="9"/>
          <p:cNvGrpSpPr/>
          <p:nvPr/>
        </p:nvGrpSpPr>
        <p:grpSpPr>
          <a:xfrm rot="2585587">
            <a:off x="1817674" y="479426"/>
            <a:ext cx="714008" cy="714008"/>
            <a:chOff x="0" y="0"/>
            <a:chExt cx="952011" cy="95201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51992" cy="951992"/>
            </a:xfrm>
            <a:custGeom>
              <a:avLst/>
              <a:gdLst/>
              <a:ahLst/>
              <a:cxnLst/>
              <a:rect r="r" b="b" t="t" l="l"/>
              <a:pathLst>
                <a:path h="951992" w="951992">
                  <a:moveTo>
                    <a:pt x="951992" y="0"/>
                  </a:moveTo>
                  <a:lnTo>
                    <a:pt x="0" y="0"/>
                  </a:lnTo>
                  <a:lnTo>
                    <a:pt x="317373" y="317373"/>
                  </a:lnTo>
                  <a:lnTo>
                    <a:pt x="634619" y="317373"/>
                  </a:lnTo>
                  <a:lnTo>
                    <a:pt x="634619" y="634619"/>
                  </a:lnTo>
                  <a:lnTo>
                    <a:pt x="951992" y="951992"/>
                  </a:lnTo>
                  <a:close/>
                </a:path>
              </a:pathLst>
            </a:custGeom>
            <a:gradFill rotWithShape="true">
              <a:gsLst>
                <a:gs pos="0">
                  <a:srgbClr val="F81034">
                    <a:alpha val="100000"/>
                  </a:srgbClr>
                </a:gs>
                <a:gs pos="9000">
                  <a:srgbClr val="810A26">
                    <a:alpha val="100000"/>
                  </a:srgbClr>
                </a:gs>
                <a:gs pos="100000">
                  <a:srgbClr val="420909">
                    <a:alpha val="100000"/>
                  </a:srgbClr>
                </a:gs>
              </a:gsLst>
              <a:lin ang="10914445"/>
            </a:gra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5607572" y="524100"/>
            <a:ext cx="2576201" cy="1009201"/>
            <a:chOff x="0" y="0"/>
            <a:chExt cx="3434934" cy="1345601"/>
          </a:xfrm>
        </p:grpSpPr>
        <p:grpSp>
          <p:nvGrpSpPr>
            <p:cNvPr name="Group 12" id="12"/>
            <p:cNvGrpSpPr/>
            <p:nvPr/>
          </p:nvGrpSpPr>
          <p:grpSpPr>
            <a:xfrm rot="-8214413">
              <a:off x="2286128" y="196795"/>
              <a:ext cx="952011" cy="952011"/>
              <a:chOff x="0" y="0"/>
              <a:chExt cx="952011" cy="9520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951992" cy="951992"/>
              </a:xfrm>
              <a:custGeom>
                <a:avLst/>
                <a:gdLst/>
                <a:ahLst/>
                <a:cxnLst/>
                <a:rect r="r" b="b" t="t" l="l"/>
                <a:pathLst>
                  <a:path h="951992" w="951992">
                    <a:moveTo>
                      <a:pt x="951992" y="0"/>
                    </a:moveTo>
                    <a:lnTo>
                      <a:pt x="0" y="0"/>
                    </a:lnTo>
                    <a:lnTo>
                      <a:pt x="317373" y="317373"/>
                    </a:lnTo>
                    <a:lnTo>
                      <a:pt x="634619" y="317373"/>
                    </a:lnTo>
                    <a:lnTo>
                      <a:pt x="634619" y="634619"/>
                    </a:lnTo>
                    <a:lnTo>
                      <a:pt x="951992" y="951992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81034">
                      <a:alpha val="100000"/>
                    </a:srgbClr>
                  </a:gs>
                  <a:gs pos="79000">
                    <a:srgbClr val="F81034">
                      <a:alpha val="100000"/>
                    </a:srgbClr>
                  </a:gs>
                  <a:gs pos="100000">
                    <a:srgbClr val="420909">
                      <a:alpha val="100000"/>
                    </a:srgbClr>
                  </a:gs>
                </a:gsLst>
                <a:lin ang="13614425"/>
              </a:gradFill>
            </p:spPr>
          </p:sp>
        </p:grpSp>
        <p:grpSp>
          <p:nvGrpSpPr>
            <p:cNvPr name="Group 14" id="14"/>
            <p:cNvGrpSpPr/>
            <p:nvPr/>
          </p:nvGrpSpPr>
          <p:grpSpPr>
            <a:xfrm rot="-8214413">
              <a:off x="1587192" y="196795"/>
              <a:ext cx="952011" cy="952011"/>
              <a:chOff x="0" y="0"/>
              <a:chExt cx="952011" cy="952011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951992" cy="951992"/>
              </a:xfrm>
              <a:custGeom>
                <a:avLst/>
                <a:gdLst/>
                <a:ahLst/>
                <a:cxnLst/>
                <a:rect r="r" b="b" t="t" l="l"/>
                <a:pathLst>
                  <a:path h="951992" w="951992">
                    <a:moveTo>
                      <a:pt x="951992" y="0"/>
                    </a:moveTo>
                    <a:lnTo>
                      <a:pt x="0" y="0"/>
                    </a:lnTo>
                    <a:lnTo>
                      <a:pt x="317373" y="317373"/>
                    </a:lnTo>
                    <a:lnTo>
                      <a:pt x="634619" y="317373"/>
                    </a:lnTo>
                    <a:lnTo>
                      <a:pt x="634619" y="634619"/>
                    </a:lnTo>
                    <a:lnTo>
                      <a:pt x="951992" y="951992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81034">
                      <a:alpha val="100000"/>
                    </a:srgbClr>
                  </a:gs>
                  <a:gs pos="28000">
                    <a:srgbClr val="F81034">
                      <a:alpha val="100000"/>
                    </a:srgbClr>
                  </a:gs>
                  <a:gs pos="100000">
                    <a:srgbClr val="420909">
                      <a:alpha val="100000"/>
                    </a:srgbClr>
                  </a:gs>
                </a:gsLst>
                <a:lin ang="13614425"/>
              </a:gradFill>
            </p:spPr>
          </p:sp>
        </p:grpSp>
        <p:grpSp>
          <p:nvGrpSpPr>
            <p:cNvPr name="Group 16" id="16"/>
            <p:cNvGrpSpPr/>
            <p:nvPr/>
          </p:nvGrpSpPr>
          <p:grpSpPr>
            <a:xfrm rot="-8214413">
              <a:off x="885662" y="196795"/>
              <a:ext cx="952011" cy="952011"/>
              <a:chOff x="0" y="0"/>
              <a:chExt cx="952011" cy="952011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951992" cy="951992"/>
              </a:xfrm>
              <a:custGeom>
                <a:avLst/>
                <a:gdLst/>
                <a:ahLst/>
                <a:cxnLst/>
                <a:rect r="r" b="b" t="t" l="l"/>
                <a:pathLst>
                  <a:path h="951992" w="951992">
                    <a:moveTo>
                      <a:pt x="951992" y="0"/>
                    </a:moveTo>
                    <a:lnTo>
                      <a:pt x="0" y="0"/>
                    </a:lnTo>
                    <a:lnTo>
                      <a:pt x="317373" y="317373"/>
                    </a:lnTo>
                    <a:lnTo>
                      <a:pt x="634619" y="317373"/>
                    </a:lnTo>
                    <a:lnTo>
                      <a:pt x="634619" y="634619"/>
                    </a:lnTo>
                    <a:lnTo>
                      <a:pt x="951992" y="951992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81034">
                      <a:alpha val="100000"/>
                    </a:srgbClr>
                  </a:gs>
                  <a:gs pos="43000">
                    <a:srgbClr val="810A26">
                      <a:alpha val="100000"/>
                    </a:srgbClr>
                  </a:gs>
                  <a:gs pos="100000">
                    <a:srgbClr val="420909">
                      <a:alpha val="100000"/>
                    </a:srgbClr>
                  </a:gs>
                </a:gsLst>
                <a:lin ang="114445"/>
              </a:gradFill>
            </p:spPr>
          </p:sp>
        </p:grpSp>
        <p:grpSp>
          <p:nvGrpSpPr>
            <p:cNvPr name="Group 18" id="18"/>
            <p:cNvGrpSpPr/>
            <p:nvPr/>
          </p:nvGrpSpPr>
          <p:grpSpPr>
            <a:xfrm rot="-8214413">
              <a:off x="196795" y="196795"/>
              <a:ext cx="952011" cy="952011"/>
              <a:chOff x="0" y="0"/>
              <a:chExt cx="952011" cy="952011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951992" cy="951992"/>
              </a:xfrm>
              <a:custGeom>
                <a:avLst/>
                <a:gdLst/>
                <a:ahLst/>
                <a:cxnLst/>
                <a:rect r="r" b="b" t="t" l="l"/>
                <a:pathLst>
                  <a:path h="951992" w="951992">
                    <a:moveTo>
                      <a:pt x="951992" y="0"/>
                    </a:moveTo>
                    <a:lnTo>
                      <a:pt x="0" y="0"/>
                    </a:lnTo>
                    <a:lnTo>
                      <a:pt x="317373" y="317373"/>
                    </a:lnTo>
                    <a:lnTo>
                      <a:pt x="634619" y="317373"/>
                    </a:lnTo>
                    <a:lnTo>
                      <a:pt x="634619" y="634619"/>
                    </a:lnTo>
                    <a:lnTo>
                      <a:pt x="951992" y="951992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81034">
                      <a:alpha val="100000"/>
                    </a:srgbClr>
                  </a:gs>
                  <a:gs pos="9000">
                    <a:srgbClr val="810A26">
                      <a:alpha val="100000"/>
                    </a:srgbClr>
                  </a:gs>
                  <a:gs pos="100000">
                    <a:srgbClr val="420909">
                      <a:alpha val="100000"/>
                    </a:srgbClr>
                  </a:gs>
                </a:gsLst>
                <a:lin ang="114445"/>
              </a:gradFill>
            </p:spPr>
          </p:sp>
        </p:grpSp>
      </p:grpSp>
      <p:sp>
        <p:nvSpPr>
          <p:cNvPr name="AutoShape 20" id="20"/>
          <p:cNvSpPr/>
          <p:nvPr/>
        </p:nvSpPr>
        <p:spPr>
          <a:xfrm flipV="true">
            <a:off x="3716306" y="3602814"/>
            <a:ext cx="3154434" cy="0"/>
          </a:xfrm>
          <a:prstGeom prst="line">
            <a:avLst/>
          </a:prstGeom>
          <a:ln cap="rnd" w="9525">
            <a:solidFill>
              <a:srgbClr val="EEEE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>
            <a:off x="9134499" y="8302164"/>
            <a:ext cx="4977" cy="802950"/>
          </a:xfrm>
          <a:prstGeom prst="line">
            <a:avLst/>
          </a:prstGeom>
          <a:ln cap="rnd" w="9525">
            <a:solidFill>
              <a:srgbClr val="EEEE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2" id="22"/>
          <p:cNvGrpSpPr/>
          <p:nvPr/>
        </p:nvGrpSpPr>
        <p:grpSpPr>
          <a:xfrm rot="0">
            <a:off x="7553076" y="3648505"/>
            <a:ext cx="3172800" cy="3172800"/>
            <a:chOff x="0" y="0"/>
            <a:chExt cx="4230400" cy="4230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230370" cy="4230370"/>
            </a:xfrm>
            <a:custGeom>
              <a:avLst/>
              <a:gdLst/>
              <a:ahLst/>
              <a:cxnLst/>
              <a:rect r="r" b="b" t="t" l="l"/>
              <a:pathLst>
                <a:path h="4230370" w="4230370">
                  <a:moveTo>
                    <a:pt x="0" y="2115185"/>
                  </a:moveTo>
                  <a:cubicBezTo>
                    <a:pt x="0" y="947039"/>
                    <a:pt x="947039" y="0"/>
                    <a:pt x="2115185" y="0"/>
                  </a:cubicBezTo>
                  <a:cubicBezTo>
                    <a:pt x="3283331" y="0"/>
                    <a:pt x="4230370" y="947039"/>
                    <a:pt x="4230370" y="2115185"/>
                  </a:cubicBezTo>
                  <a:cubicBezTo>
                    <a:pt x="4230370" y="3283331"/>
                    <a:pt x="3283331" y="4230370"/>
                    <a:pt x="2115185" y="4230370"/>
                  </a:cubicBezTo>
                  <a:cubicBezTo>
                    <a:pt x="947039" y="4230370"/>
                    <a:pt x="0" y="3283331"/>
                    <a:pt x="0" y="2115185"/>
                  </a:cubicBezTo>
                  <a:close/>
                </a:path>
              </a:pathLst>
            </a:custGeom>
            <a:solidFill>
              <a:srgbClr val="EEEEEE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633626" y="3729055"/>
            <a:ext cx="3011700" cy="3011700"/>
            <a:chOff x="0" y="0"/>
            <a:chExt cx="4015600" cy="40156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015486" cy="4015486"/>
            </a:xfrm>
            <a:custGeom>
              <a:avLst/>
              <a:gdLst/>
              <a:ahLst/>
              <a:cxnLst/>
              <a:rect r="r" b="b" t="t" l="l"/>
              <a:pathLst>
                <a:path h="4015486" w="4015486">
                  <a:moveTo>
                    <a:pt x="0" y="2007743"/>
                  </a:moveTo>
                  <a:cubicBezTo>
                    <a:pt x="0" y="898906"/>
                    <a:pt x="898906" y="0"/>
                    <a:pt x="2007743" y="0"/>
                  </a:cubicBezTo>
                  <a:lnTo>
                    <a:pt x="2007743" y="25400"/>
                  </a:lnTo>
                  <a:lnTo>
                    <a:pt x="2007743" y="0"/>
                  </a:lnTo>
                  <a:cubicBezTo>
                    <a:pt x="3116580" y="0"/>
                    <a:pt x="4015486" y="898906"/>
                    <a:pt x="4015486" y="2007743"/>
                  </a:cubicBezTo>
                  <a:lnTo>
                    <a:pt x="3990086" y="2007743"/>
                  </a:lnTo>
                  <a:lnTo>
                    <a:pt x="4015486" y="2007743"/>
                  </a:lnTo>
                  <a:cubicBezTo>
                    <a:pt x="4015486" y="3116580"/>
                    <a:pt x="3116580" y="4015486"/>
                    <a:pt x="2007743" y="4015486"/>
                  </a:cubicBezTo>
                  <a:lnTo>
                    <a:pt x="2007743" y="3990086"/>
                  </a:lnTo>
                  <a:lnTo>
                    <a:pt x="2007743" y="4015486"/>
                  </a:lnTo>
                  <a:cubicBezTo>
                    <a:pt x="898906" y="4015613"/>
                    <a:pt x="0" y="3116707"/>
                    <a:pt x="0" y="2007743"/>
                  </a:cubicBezTo>
                  <a:lnTo>
                    <a:pt x="25400" y="2007743"/>
                  </a:lnTo>
                  <a:lnTo>
                    <a:pt x="50800" y="2007743"/>
                  </a:lnTo>
                  <a:lnTo>
                    <a:pt x="25400" y="2007743"/>
                  </a:lnTo>
                  <a:lnTo>
                    <a:pt x="0" y="2007743"/>
                  </a:lnTo>
                  <a:moveTo>
                    <a:pt x="50800" y="2007743"/>
                  </a:moveTo>
                  <a:cubicBezTo>
                    <a:pt x="50800" y="2021713"/>
                    <a:pt x="39370" y="2033143"/>
                    <a:pt x="25400" y="2033143"/>
                  </a:cubicBezTo>
                  <a:cubicBezTo>
                    <a:pt x="11430" y="2033143"/>
                    <a:pt x="0" y="2021713"/>
                    <a:pt x="0" y="2007743"/>
                  </a:cubicBezTo>
                  <a:cubicBezTo>
                    <a:pt x="0" y="1993773"/>
                    <a:pt x="11430" y="1982343"/>
                    <a:pt x="25400" y="1982343"/>
                  </a:cubicBezTo>
                  <a:cubicBezTo>
                    <a:pt x="39370" y="1982343"/>
                    <a:pt x="50800" y="1993773"/>
                    <a:pt x="50800" y="2007743"/>
                  </a:cubicBezTo>
                  <a:cubicBezTo>
                    <a:pt x="50800" y="3088513"/>
                    <a:pt x="926973" y="3964686"/>
                    <a:pt x="2007743" y="3964686"/>
                  </a:cubicBezTo>
                  <a:cubicBezTo>
                    <a:pt x="3088513" y="3964686"/>
                    <a:pt x="3964813" y="3088640"/>
                    <a:pt x="3964813" y="2007743"/>
                  </a:cubicBezTo>
                  <a:cubicBezTo>
                    <a:pt x="3964813" y="926846"/>
                    <a:pt x="3088640" y="50800"/>
                    <a:pt x="2007743" y="50800"/>
                  </a:cubicBezTo>
                  <a:lnTo>
                    <a:pt x="2007743" y="25400"/>
                  </a:lnTo>
                  <a:lnTo>
                    <a:pt x="2007743" y="50800"/>
                  </a:lnTo>
                  <a:cubicBezTo>
                    <a:pt x="926973" y="50800"/>
                    <a:pt x="50800" y="926973"/>
                    <a:pt x="50800" y="200774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893732" y="6895225"/>
            <a:ext cx="2561168" cy="643636"/>
            <a:chOff x="0" y="0"/>
            <a:chExt cx="3414891" cy="85818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27" y="127"/>
              <a:ext cx="3414776" cy="858012"/>
            </a:xfrm>
            <a:custGeom>
              <a:avLst/>
              <a:gdLst/>
              <a:ahLst/>
              <a:cxnLst/>
              <a:rect r="r" b="b" t="t" l="l"/>
              <a:pathLst>
                <a:path h="858012" w="3414776">
                  <a:moveTo>
                    <a:pt x="3140710" y="0"/>
                  </a:moveTo>
                  <a:cubicBezTo>
                    <a:pt x="2722880" y="279019"/>
                    <a:pt x="2215642" y="445135"/>
                    <a:pt x="1678813" y="445135"/>
                  </a:cubicBezTo>
                  <a:cubicBezTo>
                    <a:pt x="1177925" y="445135"/>
                    <a:pt x="712978" y="305054"/>
                    <a:pt x="314833" y="61976"/>
                  </a:cubicBezTo>
                  <a:lnTo>
                    <a:pt x="0" y="92964"/>
                  </a:lnTo>
                  <a:lnTo>
                    <a:pt x="45847" y="383032"/>
                  </a:lnTo>
                  <a:cubicBezTo>
                    <a:pt x="517017" y="681863"/>
                    <a:pt x="1074928" y="858012"/>
                    <a:pt x="1678813" y="858012"/>
                  </a:cubicBezTo>
                  <a:cubicBezTo>
                    <a:pt x="2324862" y="858012"/>
                    <a:pt x="2923794" y="655955"/>
                    <a:pt x="3414776" y="310007"/>
                  </a:cubicBezTo>
                  <a:lnTo>
                    <a:pt x="3094863" y="278892"/>
                  </a:lnTo>
                  <a:lnTo>
                    <a:pt x="3140710" y="0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6998128" y="2989241"/>
            <a:ext cx="2143658" cy="1616362"/>
            <a:chOff x="0" y="0"/>
            <a:chExt cx="2858211" cy="215514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27" y="127"/>
              <a:ext cx="2858008" cy="2154936"/>
            </a:xfrm>
            <a:custGeom>
              <a:avLst/>
              <a:gdLst/>
              <a:ahLst/>
              <a:cxnLst/>
              <a:rect r="r" b="b" t="t" l="l"/>
              <a:pathLst>
                <a:path h="2154936" w="2858008">
                  <a:moveTo>
                    <a:pt x="2645918" y="0"/>
                  </a:moveTo>
                  <a:cubicBezTo>
                    <a:pt x="1416050" y="87884"/>
                    <a:pt x="387985" y="914908"/>
                    <a:pt x="0" y="2035937"/>
                  </a:cubicBezTo>
                  <a:lnTo>
                    <a:pt x="264160" y="1880870"/>
                  </a:lnTo>
                  <a:lnTo>
                    <a:pt x="398018" y="2154936"/>
                  </a:lnTo>
                  <a:cubicBezTo>
                    <a:pt x="734060" y="1208786"/>
                    <a:pt x="1592072" y="511937"/>
                    <a:pt x="2624836" y="414147"/>
                  </a:cubicBezTo>
                  <a:lnTo>
                    <a:pt x="2858008" y="197104"/>
                  </a:lnTo>
                  <a:lnTo>
                    <a:pt x="2645918" y="0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6870740" y="4573971"/>
            <a:ext cx="1096502" cy="2510936"/>
            <a:chOff x="0" y="0"/>
            <a:chExt cx="1462003" cy="334791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127" y="0"/>
              <a:ext cx="1461897" cy="3347847"/>
            </a:xfrm>
            <a:custGeom>
              <a:avLst/>
              <a:gdLst/>
              <a:ahLst/>
              <a:cxnLst/>
              <a:rect r="r" b="b" t="t" l="l"/>
              <a:pathLst>
                <a:path h="3347847" w="1461897">
                  <a:moveTo>
                    <a:pt x="361950" y="0"/>
                  </a:moveTo>
                  <a:lnTo>
                    <a:pt x="97917" y="155067"/>
                  </a:lnTo>
                  <a:cubicBezTo>
                    <a:pt x="35814" y="398145"/>
                    <a:pt x="0" y="651002"/>
                    <a:pt x="0" y="915035"/>
                  </a:cubicBezTo>
                  <a:cubicBezTo>
                    <a:pt x="0" y="1911985"/>
                    <a:pt x="479806" y="2796032"/>
                    <a:pt x="1223772" y="3347847"/>
                  </a:cubicBezTo>
                  <a:lnTo>
                    <a:pt x="1172972" y="3037840"/>
                  </a:lnTo>
                  <a:lnTo>
                    <a:pt x="1461897" y="3013075"/>
                  </a:lnTo>
                  <a:cubicBezTo>
                    <a:pt x="827024" y="2531999"/>
                    <a:pt x="417830" y="1773047"/>
                    <a:pt x="417830" y="915035"/>
                  </a:cubicBezTo>
                  <a:cubicBezTo>
                    <a:pt x="417830" y="693039"/>
                    <a:pt x="443865" y="481076"/>
                    <a:pt x="495935" y="273939"/>
                  </a:cubicBezTo>
                  <a:lnTo>
                    <a:pt x="361950" y="0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156682" y="2981803"/>
            <a:ext cx="2112020" cy="1623798"/>
            <a:chOff x="0" y="0"/>
            <a:chExt cx="2816027" cy="216506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127"/>
              <a:ext cx="2815971" cy="2164842"/>
            </a:xfrm>
            <a:custGeom>
              <a:avLst/>
              <a:gdLst/>
              <a:ahLst/>
              <a:cxnLst/>
              <a:rect r="r" b="b" t="t" l="l"/>
              <a:pathLst>
                <a:path h="2164842" w="2815971">
                  <a:moveTo>
                    <a:pt x="0" y="0"/>
                  </a:moveTo>
                  <a:lnTo>
                    <a:pt x="221996" y="207010"/>
                  </a:lnTo>
                  <a:lnTo>
                    <a:pt x="0" y="412877"/>
                  </a:lnTo>
                  <a:cubicBezTo>
                    <a:pt x="1075055" y="417830"/>
                    <a:pt x="1995170" y="1063879"/>
                    <a:pt x="2398141" y="1988820"/>
                  </a:cubicBezTo>
                  <a:lnTo>
                    <a:pt x="2696972" y="2164842"/>
                  </a:lnTo>
                  <a:lnTo>
                    <a:pt x="2815971" y="1916811"/>
                  </a:lnTo>
                  <a:cubicBezTo>
                    <a:pt x="2372106" y="800862"/>
                    <a:pt x="1275969" y="4953"/>
                    <a:pt x="0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0358242" y="4582353"/>
            <a:ext cx="1073244" cy="2437502"/>
            <a:chOff x="0" y="0"/>
            <a:chExt cx="1430992" cy="325000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430909" cy="3249930"/>
            </a:xfrm>
            <a:custGeom>
              <a:avLst/>
              <a:gdLst/>
              <a:ahLst/>
              <a:cxnLst/>
              <a:rect r="r" b="b" t="t" l="l"/>
              <a:pathLst>
                <a:path h="3249930" w="1430909">
                  <a:moveTo>
                    <a:pt x="1292098" y="0"/>
                  </a:moveTo>
                  <a:lnTo>
                    <a:pt x="1161796" y="262890"/>
                  </a:lnTo>
                  <a:lnTo>
                    <a:pt x="889000" y="102997"/>
                  </a:lnTo>
                  <a:cubicBezTo>
                    <a:pt x="970788" y="355981"/>
                    <a:pt x="1018032" y="625094"/>
                    <a:pt x="1018032" y="903986"/>
                  </a:cubicBezTo>
                  <a:cubicBezTo>
                    <a:pt x="1018032" y="1724914"/>
                    <a:pt x="634873" y="2458974"/>
                    <a:pt x="45847" y="2939923"/>
                  </a:cubicBezTo>
                  <a:lnTo>
                    <a:pt x="0" y="3218942"/>
                  </a:lnTo>
                  <a:lnTo>
                    <a:pt x="324866" y="3249930"/>
                  </a:lnTo>
                  <a:cubicBezTo>
                    <a:pt x="996950" y="2691892"/>
                    <a:pt x="1430909" y="1848739"/>
                    <a:pt x="1430909" y="903859"/>
                  </a:cubicBezTo>
                  <a:cubicBezTo>
                    <a:pt x="1430909" y="588899"/>
                    <a:pt x="1378839" y="283845"/>
                    <a:pt x="1292098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7172974" y="2726027"/>
            <a:ext cx="1550310" cy="1550310"/>
            <a:chOff x="0" y="0"/>
            <a:chExt cx="2067080" cy="20670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127" y="127"/>
              <a:ext cx="2067052" cy="2066925"/>
            </a:xfrm>
            <a:custGeom>
              <a:avLst/>
              <a:gdLst/>
              <a:ahLst/>
              <a:cxnLst/>
              <a:rect r="r" b="b" t="t" l="l"/>
              <a:pathLst>
                <a:path h="2066925" w="2067052">
                  <a:moveTo>
                    <a:pt x="1032764" y="0"/>
                  </a:moveTo>
                  <a:cubicBezTo>
                    <a:pt x="459994" y="0"/>
                    <a:pt x="0" y="464947"/>
                    <a:pt x="0" y="1032891"/>
                  </a:cubicBezTo>
                  <a:cubicBezTo>
                    <a:pt x="0" y="1606931"/>
                    <a:pt x="459994" y="2066925"/>
                    <a:pt x="1032891" y="2066925"/>
                  </a:cubicBezTo>
                  <a:cubicBezTo>
                    <a:pt x="1607058" y="2066925"/>
                    <a:pt x="2067052" y="1606931"/>
                    <a:pt x="2067052" y="1032891"/>
                  </a:cubicBezTo>
                  <a:cubicBezTo>
                    <a:pt x="2066925" y="464947"/>
                    <a:pt x="1606931" y="0"/>
                    <a:pt x="103276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81034">
                    <a:alpha val="100000"/>
                  </a:srgbClr>
                </a:gs>
                <a:gs pos="43000">
                  <a:srgbClr val="810A26">
                    <a:alpha val="100000"/>
                  </a:srgbClr>
                </a:gs>
                <a:gs pos="100000">
                  <a:srgbClr val="420909">
                    <a:alpha val="100000"/>
                  </a:srgbClr>
                </a:gs>
              </a:gsLst>
              <a:lin ang="10914445"/>
            </a:gra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578868" y="2726027"/>
            <a:ext cx="1554028" cy="1550310"/>
            <a:chOff x="0" y="0"/>
            <a:chExt cx="2072037" cy="20670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27" y="127"/>
              <a:ext cx="2071878" cy="2066925"/>
            </a:xfrm>
            <a:custGeom>
              <a:avLst/>
              <a:gdLst/>
              <a:ahLst/>
              <a:cxnLst/>
              <a:rect r="r" b="b" t="t" l="l"/>
              <a:pathLst>
                <a:path h="2066925" w="2071878">
                  <a:moveTo>
                    <a:pt x="1034034" y="0"/>
                  </a:moveTo>
                  <a:cubicBezTo>
                    <a:pt x="464947" y="0"/>
                    <a:pt x="0" y="464947"/>
                    <a:pt x="0" y="1032891"/>
                  </a:cubicBezTo>
                  <a:cubicBezTo>
                    <a:pt x="0" y="1606931"/>
                    <a:pt x="464947" y="2066925"/>
                    <a:pt x="1034034" y="2066925"/>
                  </a:cubicBezTo>
                  <a:cubicBezTo>
                    <a:pt x="1606931" y="2066925"/>
                    <a:pt x="2071878" y="1606931"/>
                    <a:pt x="2071878" y="1032891"/>
                  </a:cubicBezTo>
                  <a:cubicBezTo>
                    <a:pt x="2071878" y="464947"/>
                    <a:pt x="1606931" y="0"/>
                    <a:pt x="103403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81034">
                    <a:alpha val="100000"/>
                  </a:srgbClr>
                </a:gs>
                <a:gs pos="43000">
                  <a:srgbClr val="810A26">
                    <a:alpha val="100000"/>
                  </a:srgbClr>
                </a:gs>
                <a:gs pos="100000">
                  <a:srgbClr val="420909">
                    <a:alpha val="100000"/>
                  </a:srgbClr>
                </a:gs>
              </a:gsLst>
              <a:lin ang="10914445"/>
            </a:gra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0374060" y="5201701"/>
            <a:ext cx="1549366" cy="1550310"/>
            <a:chOff x="0" y="0"/>
            <a:chExt cx="2065821" cy="20670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127"/>
              <a:ext cx="2065782" cy="2066925"/>
            </a:xfrm>
            <a:custGeom>
              <a:avLst/>
              <a:gdLst/>
              <a:ahLst/>
              <a:cxnLst/>
              <a:rect r="r" b="b" t="t" l="l"/>
              <a:pathLst>
                <a:path h="2066925" w="2065782">
                  <a:moveTo>
                    <a:pt x="1032891" y="0"/>
                  </a:moveTo>
                  <a:cubicBezTo>
                    <a:pt x="458724" y="0"/>
                    <a:pt x="0" y="459994"/>
                    <a:pt x="0" y="1034034"/>
                  </a:cubicBezTo>
                  <a:cubicBezTo>
                    <a:pt x="0" y="1601978"/>
                    <a:pt x="458724" y="2066925"/>
                    <a:pt x="1032891" y="2066925"/>
                  </a:cubicBezTo>
                  <a:cubicBezTo>
                    <a:pt x="1600708" y="2066925"/>
                    <a:pt x="2065782" y="1601978"/>
                    <a:pt x="2065782" y="1034034"/>
                  </a:cubicBezTo>
                  <a:cubicBezTo>
                    <a:pt x="2065782" y="459994"/>
                    <a:pt x="1600835" y="0"/>
                    <a:pt x="103289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81034">
                    <a:alpha val="100000"/>
                  </a:srgbClr>
                </a:gs>
                <a:gs pos="43000">
                  <a:srgbClr val="810A26">
                    <a:alpha val="100000"/>
                  </a:srgbClr>
                </a:gs>
                <a:gs pos="100000">
                  <a:srgbClr val="420909">
                    <a:alpha val="100000"/>
                  </a:srgbClr>
                </a:gs>
              </a:gsLst>
              <a:lin ang="10914445"/>
            </a:gra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6355524" y="5201701"/>
            <a:ext cx="1554028" cy="1550310"/>
            <a:chOff x="0" y="0"/>
            <a:chExt cx="2072037" cy="20670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127"/>
              <a:ext cx="2071878" cy="2066925"/>
            </a:xfrm>
            <a:custGeom>
              <a:avLst/>
              <a:gdLst/>
              <a:ahLst/>
              <a:cxnLst/>
              <a:rect r="r" b="b" t="t" l="l"/>
              <a:pathLst>
                <a:path h="2066925" w="2071878">
                  <a:moveTo>
                    <a:pt x="1037844" y="0"/>
                  </a:moveTo>
                  <a:cubicBezTo>
                    <a:pt x="464947" y="0"/>
                    <a:pt x="0" y="459994"/>
                    <a:pt x="0" y="1034034"/>
                  </a:cubicBezTo>
                  <a:cubicBezTo>
                    <a:pt x="0" y="1601978"/>
                    <a:pt x="464947" y="2066925"/>
                    <a:pt x="1037844" y="2066925"/>
                  </a:cubicBezTo>
                  <a:cubicBezTo>
                    <a:pt x="1606931" y="2066925"/>
                    <a:pt x="2071878" y="1601978"/>
                    <a:pt x="2071878" y="1034034"/>
                  </a:cubicBezTo>
                  <a:cubicBezTo>
                    <a:pt x="2071878" y="459994"/>
                    <a:pt x="1606931" y="0"/>
                    <a:pt x="103784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81034">
                    <a:alpha val="100000"/>
                  </a:srgbClr>
                </a:gs>
                <a:gs pos="43000">
                  <a:srgbClr val="810A26">
                    <a:alpha val="100000"/>
                  </a:srgbClr>
                </a:gs>
                <a:gs pos="100000">
                  <a:srgbClr val="420909">
                    <a:alpha val="100000"/>
                  </a:srgbClr>
                </a:gs>
              </a:gsLst>
              <a:lin ang="10914445"/>
            </a:gra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8374534" y="6608807"/>
            <a:ext cx="1553086" cy="1554028"/>
            <a:chOff x="0" y="0"/>
            <a:chExt cx="2070781" cy="2072037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27" y="0"/>
              <a:ext cx="2070735" cy="2072005"/>
            </a:xfrm>
            <a:custGeom>
              <a:avLst/>
              <a:gdLst/>
              <a:ahLst/>
              <a:cxnLst/>
              <a:rect r="r" b="b" t="t" l="l"/>
              <a:pathLst>
                <a:path h="2072005" w="2070735">
                  <a:moveTo>
                    <a:pt x="1037717" y="0"/>
                  </a:moveTo>
                  <a:cubicBezTo>
                    <a:pt x="464947" y="0"/>
                    <a:pt x="0" y="464947"/>
                    <a:pt x="0" y="1032891"/>
                  </a:cubicBezTo>
                  <a:cubicBezTo>
                    <a:pt x="0" y="1606931"/>
                    <a:pt x="464947" y="2072005"/>
                    <a:pt x="1037844" y="2072005"/>
                  </a:cubicBezTo>
                  <a:cubicBezTo>
                    <a:pt x="1605788" y="2072005"/>
                    <a:pt x="2070735" y="1607058"/>
                    <a:pt x="2070735" y="1032891"/>
                  </a:cubicBezTo>
                  <a:cubicBezTo>
                    <a:pt x="2070608" y="464947"/>
                    <a:pt x="1605661" y="0"/>
                    <a:pt x="103771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81034">
                    <a:alpha val="100000"/>
                  </a:srgbClr>
                </a:gs>
                <a:gs pos="43000">
                  <a:srgbClr val="810A26">
                    <a:alpha val="100000"/>
                  </a:srgbClr>
                </a:gs>
                <a:gs pos="100000">
                  <a:srgbClr val="420909">
                    <a:alpha val="100000"/>
                  </a:srgbClr>
                </a:gs>
              </a:gsLst>
              <a:lin ang="10914445"/>
            </a:gradFill>
          </p:spPr>
        </p:sp>
      </p:grpSp>
      <p:sp>
        <p:nvSpPr>
          <p:cNvPr name="Freeform 46" id="46"/>
          <p:cNvSpPr/>
          <p:nvPr/>
        </p:nvSpPr>
        <p:spPr>
          <a:xfrm flipH="false" flipV="false" rot="0">
            <a:off x="10889138" y="5630833"/>
            <a:ext cx="519210" cy="692048"/>
          </a:xfrm>
          <a:custGeom>
            <a:avLst/>
            <a:gdLst/>
            <a:ahLst/>
            <a:cxnLst/>
            <a:rect r="r" b="b" t="t" l="l"/>
            <a:pathLst>
              <a:path h="692048" w="519210">
                <a:moveTo>
                  <a:pt x="0" y="0"/>
                </a:moveTo>
                <a:lnTo>
                  <a:pt x="519210" y="0"/>
                </a:lnTo>
                <a:lnTo>
                  <a:pt x="519210" y="692048"/>
                </a:lnTo>
                <a:lnTo>
                  <a:pt x="0" y="6920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7" id="47"/>
          <p:cNvSpPr/>
          <p:nvPr/>
        </p:nvSpPr>
        <p:spPr>
          <a:xfrm>
            <a:off x="12106558" y="6307875"/>
            <a:ext cx="1325761" cy="15006"/>
          </a:xfrm>
          <a:prstGeom prst="line">
            <a:avLst/>
          </a:prstGeom>
          <a:ln cap="rnd" w="9525">
            <a:solidFill>
              <a:srgbClr val="EEEE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8" id="48"/>
          <p:cNvSpPr/>
          <p:nvPr/>
        </p:nvSpPr>
        <p:spPr>
          <a:xfrm>
            <a:off x="11577475" y="3602814"/>
            <a:ext cx="3183393" cy="19050"/>
          </a:xfrm>
          <a:prstGeom prst="line">
            <a:avLst/>
          </a:prstGeom>
          <a:ln cap="rnd" w="9525">
            <a:solidFill>
              <a:srgbClr val="EEEE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9" id="49"/>
          <p:cNvSpPr txBox="true"/>
          <p:nvPr/>
        </p:nvSpPr>
        <p:spPr>
          <a:xfrm rot="0">
            <a:off x="14823627" y="3093293"/>
            <a:ext cx="2721623" cy="1047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079"/>
              </a:lnSpc>
            </a:pPr>
            <a:r>
              <a:rPr lang="en-US" b="true" sz="3400">
                <a:solidFill>
                  <a:srgbClr val="F1F1F1"/>
                </a:solidFill>
                <a:latin typeface="Arimo Bold"/>
                <a:ea typeface="Arimo Bold"/>
                <a:cs typeface="Arimo Bold"/>
                <a:sym typeface="Arimo Bold"/>
              </a:rPr>
              <a:t>Duración del Proyecto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3594262" y="6031650"/>
            <a:ext cx="4204275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60"/>
              </a:lnSpc>
            </a:pPr>
            <a:r>
              <a:rPr lang="en-US" b="true" sz="3300">
                <a:solidFill>
                  <a:srgbClr val="F1F1F1"/>
                </a:solidFill>
                <a:latin typeface="Arimo Bold"/>
                <a:ea typeface="Arimo Bold"/>
                <a:cs typeface="Arimo Bold"/>
                <a:sym typeface="Arimo Bold"/>
              </a:rPr>
              <a:t>Historias de Usuario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5118834" y="904875"/>
            <a:ext cx="8050337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b="true" sz="6999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METODOLOG</a:t>
            </a:r>
            <a:r>
              <a:rPr lang="en-US" sz="6999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Í</a:t>
            </a:r>
            <a:r>
              <a:rPr lang="en-US" b="true" sz="6999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A </a:t>
            </a:r>
            <a:r>
              <a:rPr lang="en-US" sz="6999" b="true">
                <a:solidFill>
                  <a:srgbClr val="F81034"/>
                </a:solidFill>
                <a:latin typeface="Oswald Bold"/>
                <a:ea typeface="Oswald Bold"/>
                <a:cs typeface="Oswald Bold"/>
                <a:sym typeface="Oswald Bold"/>
              </a:rPr>
              <a:t>SCRUM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165477" y="3307453"/>
            <a:ext cx="1950521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79"/>
              </a:lnSpc>
            </a:pPr>
            <a:r>
              <a:rPr lang="en-US" b="true" sz="3400">
                <a:solidFill>
                  <a:srgbClr val="F1F1F1"/>
                </a:solidFill>
                <a:latin typeface="Arimo Bold"/>
                <a:ea typeface="Arimo Bold"/>
                <a:cs typeface="Arimo Bold"/>
                <a:sym typeface="Arimo Bold"/>
              </a:rPr>
              <a:t>8 Sprints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660877" y="6031650"/>
            <a:ext cx="3519284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b="true" sz="3300">
                <a:solidFill>
                  <a:srgbClr val="F1F1F1"/>
                </a:solidFill>
                <a:latin typeface="Arimo Bold"/>
                <a:ea typeface="Arimo Bold"/>
                <a:cs typeface="Arimo Bold"/>
                <a:sym typeface="Arimo Bold"/>
              </a:rPr>
              <a:t>Daily meetings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9531025" y="9086760"/>
            <a:ext cx="434715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Cada Historia de usuario nos dio 3 Sprint backlog a realizar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8286801" y="4934843"/>
            <a:ext cx="170535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b="true" sz="36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SCRUM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660877" y="6777260"/>
            <a:ext cx="4347150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Reuniones de 5 minutos con comentarios de avances del proyecto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3198100" y="4406713"/>
            <a:ext cx="434715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El proyecto tiene una duración de 15 semanas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3594262" y="6845568"/>
            <a:ext cx="434715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13 Historias de Usuario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9531025" y="8391435"/>
            <a:ext cx="30638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79"/>
              </a:lnSpc>
            </a:pPr>
            <a:r>
              <a:rPr lang="en-US" b="true" sz="3400">
                <a:solidFill>
                  <a:srgbClr val="F1F1F1"/>
                </a:solidFill>
                <a:latin typeface="Arimo Bold"/>
                <a:ea typeface="Arimo Bold"/>
                <a:cs typeface="Arimo Bold"/>
                <a:sym typeface="Arimo Bold"/>
              </a:rPr>
              <a:t>Sprint backlog</a:t>
            </a:r>
          </a:p>
        </p:txBody>
      </p:sp>
      <p:sp>
        <p:nvSpPr>
          <p:cNvPr name="AutoShape 60" id="60"/>
          <p:cNvSpPr/>
          <p:nvPr/>
        </p:nvSpPr>
        <p:spPr>
          <a:xfrm flipV="true">
            <a:off x="4846631" y="6312637"/>
            <a:ext cx="1261225" cy="4762"/>
          </a:xfrm>
          <a:prstGeom prst="line">
            <a:avLst/>
          </a:prstGeom>
          <a:ln cap="rnd" w="9525">
            <a:solidFill>
              <a:srgbClr val="EEEE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1" id="61"/>
          <p:cNvSpPr txBox="true"/>
          <p:nvPr/>
        </p:nvSpPr>
        <p:spPr>
          <a:xfrm rot="0">
            <a:off x="1028700" y="4098075"/>
            <a:ext cx="3543911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Sprints de 2 a 3 semanas</a:t>
            </a:r>
          </a:p>
        </p:txBody>
      </p:sp>
      <p:sp>
        <p:nvSpPr>
          <p:cNvPr name="Freeform 62" id="62"/>
          <p:cNvSpPr/>
          <p:nvPr/>
        </p:nvSpPr>
        <p:spPr>
          <a:xfrm flipH="false" flipV="false" rot="0">
            <a:off x="6870740" y="5704507"/>
            <a:ext cx="510172" cy="603368"/>
          </a:xfrm>
          <a:custGeom>
            <a:avLst/>
            <a:gdLst/>
            <a:ahLst/>
            <a:cxnLst/>
            <a:rect r="r" b="b" t="t" l="l"/>
            <a:pathLst>
              <a:path h="603368" w="510172">
                <a:moveTo>
                  <a:pt x="0" y="0"/>
                </a:moveTo>
                <a:lnTo>
                  <a:pt x="510172" y="0"/>
                </a:lnTo>
                <a:lnTo>
                  <a:pt x="510172" y="603368"/>
                </a:lnTo>
                <a:lnTo>
                  <a:pt x="0" y="6033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3" id="63"/>
          <p:cNvSpPr/>
          <p:nvPr/>
        </p:nvSpPr>
        <p:spPr>
          <a:xfrm flipH="false" flipV="false" rot="0">
            <a:off x="6451069" y="5332956"/>
            <a:ext cx="1349514" cy="1346470"/>
          </a:xfrm>
          <a:custGeom>
            <a:avLst/>
            <a:gdLst/>
            <a:ahLst/>
            <a:cxnLst/>
            <a:rect r="r" b="b" t="t" l="l"/>
            <a:pathLst>
              <a:path h="1346470" w="1349514">
                <a:moveTo>
                  <a:pt x="0" y="0"/>
                </a:moveTo>
                <a:lnTo>
                  <a:pt x="1349514" y="0"/>
                </a:lnTo>
                <a:lnTo>
                  <a:pt x="1349514" y="1346470"/>
                </a:lnTo>
                <a:lnTo>
                  <a:pt x="0" y="13464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4" id="64"/>
          <p:cNvSpPr/>
          <p:nvPr/>
        </p:nvSpPr>
        <p:spPr>
          <a:xfrm flipH="false" flipV="false" rot="0">
            <a:off x="10026126" y="3173654"/>
            <a:ext cx="695868" cy="620048"/>
          </a:xfrm>
          <a:custGeom>
            <a:avLst/>
            <a:gdLst/>
            <a:ahLst/>
            <a:cxnLst/>
            <a:rect r="r" b="b" t="t" l="l"/>
            <a:pathLst>
              <a:path h="620048" w="695868">
                <a:moveTo>
                  <a:pt x="0" y="0"/>
                </a:moveTo>
                <a:lnTo>
                  <a:pt x="695868" y="0"/>
                </a:lnTo>
                <a:lnTo>
                  <a:pt x="695868" y="620048"/>
                </a:lnTo>
                <a:lnTo>
                  <a:pt x="0" y="6200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5" id="65"/>
          <p:cNvSpPr/>
          <p:nvPr/>
        </p:nvSpPr>
        <p:spPr>
          <a:xfrm flipH="false" flipV="false" rot="0">
            <a:off x="9699303" y="2845358"/>
            <a:ext cx="1349514" cy="1346470"/>
          </a:xfrm>
          <a:custGeom>
            <a:avLst/>
            <a:gdLst/>
            <a:ahLst/>
            <a:cxnLst/>
            <a:rect r="r" b="b" t="t" l="l"/>
            <a:pathLst>
              <a:path h="1346470" w="1349514">
                <a:moveTo>
                  <a:pt x="0" y="0"/>
                </a:moveTo>
                <a:lnTo>
                  <a:pt x="1349514" y="0"/>
                </a:lnTo>
                <a:lnTo>
                  <a:pt x="1349514" y="1346470"/>
                </a:lnTo>
                <a:lnTo>
                  <a:pt x="0" y="13464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6" id="66"/>
          <p:cNvSpPr/>
          <p:nvPr/>
        </p:nvSpPr>
        <p:spPr>
          <a:xfrm flipH="false" flipV="false" rot="0">
            <a:off x="7606776" y="3157106"/>
            <a:ext cx="682706" cy="688152"/>
          </a:xfrm>
          <a:custGeom>
            <a:avLst/>
            <a:gdLst/>
            <a:ahLst/>
            <a:cxnLst/>
            <a:rect r="r" b="b" t="t" l="l"/>
            <a:pathLst>
              <a:path h="688152" w="682706">
                <a:moveTo>
                  <a:pt x="0" y="0"/>
                </a:moveTo>
                <a:lnTo>
                  <a:pt x="682706" y="0"/>
                </a:lnTo>
                <a:lnTo>
                  <a:pt x="682706" y="688152"/>
                </a:lnTo>
                <a:lnTo>
                  <a:pt x="0" y="68815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7" id="67"/>
          <p:cNvSpPr/>
          <p:nvPr/>
        </p:nvSpPr>
        <p:spPr>
          <a:xfrm flipH="false" flipV="false" rot="0">
            <a:off x="7273372" y="2827947"/>
            <a:ext cx="1349514" cy="1346470"/>
          </a:xfrm>
          <a:custGeom>
            <a:avLst/>
            <a:gdLst/>
            <a:ahLst/>
            <a:cxnLst/>
            <a:rect r="r" b="b" t="t" l="l"/>
            <a:pathLst>
              <a:path h="1346470" w="1349514">
                <a:moveTo>
                  <a:pt x="0" y="0"/>
                </a:moveTo>
                <a:lnTo>
                  <a:pt x="1349514" y="0"/>
                </a:lnTo>
                <a:lnTo>
                  <a:pt x="1349514" y="1346470"/>
                </a:lnTo>
                <a:lnTo>
                  <a:pt x="0" y="13464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8" id="68"/>
          <p:cNvGrpSpPr/>
          <p:nvPr/>
        </p:nvGrpSpPr>
        <p:grpSpPr>
          <a:xfrm rot="0">
            <a:off x="8864835" y="7122783"/>
            <a:ext cx="549282" cy="526076"/>
            <a:chOff x="0" y="0"/>
            <a:chExt cx="732376" cy="701435"/>
          </a:xfrm>
        </p:grpSpPr>
        <p:grpSp>
          <p:nvGrpSpPr>
            <p:cNvPr name="Group 69" id="69"/>
            <p:cNvGrpSpPr/>
            <p:nvPr/>
          </p:nvGrpSpPr>
          <p:grpSpPr>
            <a:xfrm rot="0">
              <a:off x="0" y="0"/>
              <a:ext cx="439987" cy="440035"/>
              <a:chOff x="0" y="0"/>
              <a:chExt cx="439987" cy="440035"/>
            </a:xfrm>
          </p:grpSpPr>
          <p:sp>
            <p:nvSpPr>
              <p:cNvPr name="Freeform 70" id="70"/>
              <p:cNvSpPr/>
              <p:nvPr/>
            </p:nvSpPr>
            <p:spPr>
              <a:xfrm flipH="false" flipV="false" rot="0">
                <a:off x="0" y="0"/>
                <a:ext cx="439801" cy="440055"/>
              </a:xfrm>
              <a:custGeom>
                <a:avLst/>
                <a:gdLst/>
                <a:ahLst/>
                <a:cxnLst/>
                <a:rect r="r" b="b" t="t" l="l"/>
                <a:pathLst>
                  <a:path h="440055" w="439801">
                    <a:moveTo>
                      <a:pt x="82931" y="0"/>
                    </a:moveTo>
                    <a:lnTo>
                      <a:pt x="70231" y="70231"/>
                    </a:lnTo>
                    <a:lnTo>
                      <a:pt x="0" y="81534"/>
                    </a:lnTo>
                    <a:lnTo>
                      <a:pt x="94234" y="175768"/>
                    </a:lnTo>
                    <a:lnTo>
                      <a:pt x="123825" y="170180"/>
                    </a:lnTo>
                    <a:lnTo>
                      <a:pt x="310642" y="357124"/>
                    </a:lnTo>
                    <a:cubicBezTo>
                      <a:pt x="310642" y="362712"/>
                      <a:pt x="304927" y="369697"/>
                      <a:pt x="304927" y="375412"/>
                    </a:cubicBezTo>
                    <a:cubicBezTo>
                      <a:pt x="304927" y="410464"/>
                      <a:pt x="340106" y="440055"/>
                      <a:pt x="375158" y="440055"/>
                    </a:cubicBezTo>
                    <a:cubicBezTo>
                      <a:pt x="410210" y="440055"/>
                      <a:pt x="439801" y="410464"/>
                      <a:pt x="439801" y="375412"/>
                    </a:cubicBezTo>
                    <a:cubicBezTo>
                      <a:pt x="439801" y="340360"/>
                      <a:pt x="410210" y="310769"/>
                      <a:pt x="375158" y="310769"/>
                    </a:cubicBezTo>
                    <a:lnTo>
                      <a:pt x="358394" y="310769"/>
                    </a:lnTo>
                    <a:lnTo>
                      <a:pt x="170053" y="123698"/>
                    </a:lnTo>
                    <a:lnTo>
                      <a:pt x="175768" y="94234"/>
                    </a:lnTo>
                    <a:lnTo>
                      <a:pt x="82931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name="Freeform 71" id="71"/>
            <p:cNvSpPr/>
            <p:nvPr/>
          </p:nvSpPr>
          <p:spPr>
            <a:xfrm flipH="false" flipV="false" rot="0">
              <a:off x="18275" y="47715"/>
              <a:ext cx="714101" cy="653720"/>
            </a:xfrm>
            <a:custGeom>
              <a:avLst/>
              <a:gdLst/>
              <a:ahLst/>
              <a:cxnLst/>
              <a:rect r="r" b="b" t="t" l="l"/>
              <a:pathLst>
                <a:path h="653720" w="714101">
                  <a:moveTo>
                    <a:pt x="0" y="0"/>
                  </a:moveTo>
                  <a:lnTo>
                    <a:pt x="714101" y="0"/>
                  </a:lnTo>
                  <a:lnTo>
                    <a:pt x="714101" y="653720"/>
                  </a:lnTo>
                  <a:lnTo>
                    <a:pt x="0" y="653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72" id="72"/>
          <p:cNvSpPr/>
          <p:nvPr/>
        </p:nvSpPr>
        <p:spPr>
          <a:xfrm flipH="false" flipV="false" rot="0">
            <a:off x="8481925" y="6740755"/>
            <a:ext cx="1349514" cy="1346470"/>
          </a:xfrm>
          <a:custGeom>
            <a:avLst/>
            <a:gdLst/>
            <a:ahLst/>
            <a:cxnLst/>
            <a:rect r="r" b="b" t="t" l="l"/>
            <a:pathLst>
              <a:path h="1346470" w="1349514">
                <a:moveTo>
                  <a:pt x="0" y="0"/>
                </a:moveTo>
                <a:lnTo>
                  <a:pt x="1349514" y="0"/>
                </a:lnTo>
                <a:lnTo>
                  <a:pt x="1349514" y="1346470"/>
                </a:lnTo>
                <a:lnTo>
                  <a:pt x="0" y="13464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3" id="73"/>
          <p:cNvSpPr/>
          <p:nvPr/>
        </p:nvSpPr>
        <p:spPr>
          <a:xfrm flipH="false" flipV="false" rot="0">
            <a:off x="10477926" y="5332956"/>
            <a:ext cx="1349514" cy="1346470"/>
          </a:xfrm>
          <a:custGeom>
            <a:avLst/>
            <a:gdLst/>
            <a:ahLst/>
            <a:cxnLst/>
            <a:rect r="r" b="b" t="t" l="l"/>
            <a:pathLst>
              <a:path h="1346470" w="1349514">
                <a:moveTo>
                  <a:pt x="0" y="0"/>
                </a:moveTo>
                <a:lnTo>
                  <a:pt x="1349514" y="0"/>
                </a:lnTo>
                <a:lnTo>
                  <a:pt x="1349514" y="1346470"/>
                </a:lnTo>
                <a:lnTo>
                  <a:pt x="0" y="13464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2585587">
            <a:off x="278005" y="453557"/>
            <a:ext cx="588867" cy="588867"/>
            <a:chOff x="0" y="0"/>
            <a:chExt cx="952011" cy="95201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51992" cy="951992"/>
            </a:xfrm>
            <a:custGeom>
              <a:avLst/>
              <a:gdLst/>
              <a:ahLst/>
              <a:cxnLst/>
              <a:rect r="r" b="b" t="t" l="l"/>
              <a:pathLst>
                <a:path h="951992" w="951992">
                  <a:moveTo>
                    <a:pt x="951992" y="0"/>
                  </a:moveTo>
                  <a:lnTo>
                    <a:pt x="0" y="0"/>
                  </a:lnTo>
                  <a:lnTo>
                    <a:pt x="317373" y="317373"/>
                  </a:lnTo>
                  <a:lnTo>
                    <a:pt x="634619" y="317373"/>
                  </a:lnTo>
                  <a:lnTo>
                    <a:pt x="634619" y="634619"/>
                  </a:lnTo>
                  <a:lnTo>
                    <a:pt x="951992" y="951992"/>
                  </a:lnTo>
                  <a:close/>
                </a:path>
              </a:pathLst>
            </a:custGeom>
            <a:gradFill rotWithShape="true">
              <a:gsLst>
                <a:gs pos="0">
                  <a:srgbClr val="F81034">
                    <a:alpha val="100000"/>
                  </a:srgbClr>
                </a:gs>
                <a:gs pos="79000">
                  <a:srgbClr val="F81034">
                    <a:alpha val="100000"/>
                  </a:srgbClr>
                </a:gs>
                <a:gs pos="100000">
                  <a:srgbClr val="420909">
                    <a:alpha val="100000"/>
                  </a:srgbClr>
                </a:gs>
              </a:gsLst>
              <a:lin ang="2814425"/>
            </a:gradFill>
          </p:spPr>
        </p:sp>
      </p:grpSp>
      <p:grpSp>
        <p:nvGrpSpPr>
          <p:cNvPr name="Group 5" id="5"/>
          <p:cNvGrpSpPr/>
          <p:nvPr/>
        </p:nvGrpSpPr>
        <p:grpSpPr>
          <a:xfrm rot="2585587">
            <a:off x="694166" y="453557"/>
            <a:ext cx="588867" cy="588867"/>
            <a:chOff x="0" y="0"/>
            <a:chExt cx="952011" cy="95201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51992" cy="951992"/>
            </a:xfrm>
            <a:custGeom>
              <a:avLst/>
              <a:gdLst/>
              <a:ahLst/>
              <a:cxnLst/>
              <a:rect r="r" b="b" t="t" l="l"/>
              <a:pathLst>
                <a:path h="951992" w="951992">
                  <a:moveTo>
                    <a:pt x="951992" y="0"/>
                  </a:moveTo>
                  <a:lnTo>
                    <a:pt x="0" y="0"/>
                  </a:lnTo>
                  <a:lnTo>
                    <a:pt x="317373" y="317373"/>
                  </a:lnTo>
                  <a:lnTo>
                    <a:pt x="634619" y="317373"/>
                  </a:lnTo>
                  <a:lnTo>
                    <a:pt x="634619" y="634619"/>
                  </a:lnTo>
                  <a:lnTo>
                    <a:pt x="951992" y="951992"/>
                  </a:lnTo>
                  <a:close/>
                </a:path>
              </a:pathLst>
            </a:custGeom>
            <a:gradFill rotWithShape="true">
              <a:gsLst>
                <a:gs pos="0">
                  <a:srgbClr val="F81034">
                    <a:alpha val="100000"/>
                  </a:srgbClr>
                </a:gs>
                <a:gs pos="28000">
                  <a:srgbClr val="F81034">
                    <a:alpha val="100000"/>
                  </a:srgbClr>
                </a:gs>
                <a:gs pos="100000">
                  <a:srgbClr val="420909">
                    <a:alpha val="100000"/>
                  </a:srgbClr>
                </a:gs>
              </a:gsLst>
              <a:lin ang="2814425"/>
            </a:gradFill>
          </p:spPr>
        </p:sp>
      </p:grpSp>
      <p:grpSp>
        <p:nvGrpSpPr>
          <p:cNvPr name="Group 7" id="7"/>
          <p:cNvGrpSpPr/>
          <p:nvPr/>
        </p:nvGrpSpPr>
        <p:grpSpPr>
          <a:xfrm rot="2585587">
            <a:off x="1110327" y="453557"/>
            <a:ext cx="588867" cy="588867"/>
            <a:chOff x="0" y="0"/>
            <a:chExt cx="952011" cy="95201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51992" cy="951992"/>
            </a:xfrm>
            <a:custGeom>
              <a:avLst/>
              <a:gdLst/>
              <a:ahLst/>
              <a:cxnLst/>
              <a:rect r="r" b="b" t="t" l="l"/>
              <a:pathLst>
                <a:path h="951992" w="951992">
                  <a:moveTo>
                    <a:pt x="951992" y="0"/>
                  </a:moveTo>
                  <a:lnTo>
                    <a:pt x="0" y="0"/>
                  </a:lnTo>
                  <a:lnTo>
                    <a:pt x="317373" y="317373"/>
                  </a:lnTo>
                  <a:lnTo>
                    <a:pt x="634619" y="317373"/>
                  </a:lnTo>
                  <a:lnTo>
                    <a:pt x="634619" y="634619"/>
                  </a:lnTo>
                  <a:lnTo>
                    <a:pt x="951992" y="951992"/>
                  </a:lnTo>
                  <a:close/>
                </a:path>
              </a:pathLst>
            </a:custGeom>
            <a:gradFill rotWithShape="true">
              <a:gsLst>
                <a:gs pos="0">
                  <a:srgbClr val="F81034">
                    <a:alpha val="100000"/>
                  </a:srgbClr>
                </a:gs>
                <a:gs pos="43000">
                  <a:srgbClr val="810A26">
                    <a:alpha val="100000"/>
                  </a:srgbClr>
                </a:gs>
                <a:gs pos="100000">
                  <a:srgbClr val="420909">
                    <a:alpha val="100000"/>
                  </a:srgbClr>
                </a:gs>
              </a:gsLst>
              <a:lin ang="10914445"/>
            </a:gradFill>
          </p:spPr>
        </p:sp>
      </p:grpSp>
      <p:grpSp>
        <p:nvGrpSpPr>
          <p:cNvPr name="Group 9" id="9"/>
          <p:cNvGrpSpPr/>
          <p:nvPr/>
        </p:nvGrpSpPr>
        <p:grpSpPr>
          <a:xfrm rot="2585587">
            <a:off x="1526489" y="453557"/>
            <a:ext cx="588867" cy="588867"/>
            <a:chOff x="0" y="0"/>
            <a:chExt cx="952011" cy="95201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51992" cy="951992"/>
            </a:xfrm>
            <a:custGeom>
              <a:avLst/>
              <a:gdLst/>
              <a:ahLst/>
              <a:cxnLst/>
              <a:rect r="r" b="b" t="t" l="l"/>
              <a:pathLst>
                <a:path h="951992" w="951992">
                  <a:moveTo>
                    <a:pt x="951992" y="0"/>
                  </a:moveTo>
                  <a:lnTo>
                    <a:pt x="0" y="0"/>
                  </a:lnTo>
                  <a:lnTo>
                    <a:pt x="317373" y="317373"/>
                  </a:lnTo>
                  <a:lnTo>
                    <a:pt x="634619" y="317373"/>
                  </a:lnTo>
                  <a:lnTo>
                    <a:pt x="634619" y="634619"/>
                  </a:lnTo>
                  <a:lnTo>
                    <a:pt x="951992" y="951992"/>
                  </a:lnTo>
                  <a:close/>
                </a:path>
              </a:pathLst>
            </a:custGeom>
            <a:gradFill rotWithShape="true">
              <a:gsLst>
                <a:gs pos="0">
                  <a:srgbClr val="F81034">
                    <a:alpha val="100000"/>
                  </a:srgbClr>
                </a:gs>
                <a:gs pos="9000">
                  <a:srgbClr val="810A26">
                    <a:alpha val="100000"/>
                  </a:srgbClr>
                </a:gs>
                <a:gs pos="100000">
                  <a:srgbClr val="420909">
                    <a:alpha val="100000"/>
                  </a:srgbClr>
                </a:gs>
              </a:gsLst>
              <a:lin ang="10914445"/>
            </a:gra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6155193" y="9362330"/>
            <a:ext cx="2020071" cy="795967"/>
            <a:chOff x="0" y="0"/>
            <a:chExt cx="2693429" cy="1061290"/>
          </a:xfrm>
        </p:grpSpPr>
        <p:grpSp>
          <p:nvGrpSpPr>
            <p:cNvPr name="Group 12" id="12"/>
            <p:cNvGrpSpPr/>
            <p:nvPr/>
          </p:nvGrpSpPr>
          <p:grpSpPr>
            <a:xfrm rot="-8214413">
              <a:off x="1824285" y="123547"/>
              <a:ext cx="683163" cy="814196"/>
              <a:chOff x="0" y="0"/>
              <a:chExt cx="798798" cy="9520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798782" cy="951992"/>
              </a:xfrm>
              <a:custGeom>
                <a:avLst/>
                <a:gdLst/>
                <a:ahLst/>
                <a:cxnLst/>
                <a:rect r="r" b="b" t="t" l="l"/>
                <a:pathLst>
                  <a:path h="951992" w="798782">
                    <a:moveTo>
                      <a:pt x="798782" y="0"/>
                    </a:moveTo>
                    <a:lnTo>
                      <a:pt x="0" y="0"/>
                    </a:lnTo>
                    <a:lnTo>
                      <a:pt x="266296" y="317373"/>
                    </a:lnTo>
                    <a:lnTo>
                      <a:pt x="532486" y="317373"/>
                    </a:lnTo>
                    <a:lnTo>
                      <a:pt x="532486" y="634619"/>
                    </a:lnTo>
                    <a:lnTo>
                      <a:pt x="798782" y="951992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81034">
                      <a:alpha val="100000"/>
                    </a:srgbClr>
                  </a:gs>
                  <a:gs pos="79000">
                    <a:srgbClr val="F81034">
                      <a:alpha val="100000"/>
                    </a:srgbClr>
                  </a:gs>
                  <a:gs pos="100000">
                    <a:srgbClr val="420909">
                      <a:alpha val="100000"/>
                    </a:srgbClr>
                  </a:gs>
                </a:gsLst>
                <a:lin ang="13614425"/>
              </a:gradFill>
            </p:spPr>
          </p:sp>
        </p:grpSp>
        <p:grpSp>
          <p:nvGrpSpPr>
            <p:cNvPr name="Group 14" id="14"/>
            <p:cNvGrpSpPr/>
            <p:nvPr/>
          </p:nvGrpSpPr>
          <p:grpSpPr>
            <a:xfrm rot="-8214413">
              <a:off x="1276230" y="123547"/>
              <a:ext cx="683163" cy="814196"/>
              <a:chOff x="0" y="0"/>
              <a:chExt cx="798798" cy="952011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798782" cy="951992"/>
              </a:xfrm>
              <a:custGeom>
                <a:avLst/>
                <a:gdLst/>
                <a:ahLst/>
                <a:cxnLst/>
                <a:rect r="r" b="b" t="t" l="l"/>
                <a:pathLst>
                  <a:path h="951992" w="798782">
                    <a:moveTo>
                      <a:pt x="798782" y="0"/>
                    </a:moveTo>
                    <a:lnTo>
                      <a:pt x="0" y="0"/>
                    </a:lnTo>
                    <a:lnTo>
                      <a:pt x="266296" y="317373"/>
                    </a:lnTo>
                    <a:lnTo>
                      <a:pt x="532486" y="317373"/>
                    </a:lnTo>
                    <a:lnTo>
                      <a:pt x="532486" y="634619"/>
                    </a:lnTo>
                    <a:lnTo>
                      <a:pt x="798782" y="951992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81034">
                      <a:alpha val="100000"/>
                    </a:srgbClr>
                  </a:gs>
                  <a:gs pos="28000">
                    <a:srgbClr val="F81034">
                      <a:alpha val="100000"/>
                    </a:srgbClr>
                  </a:gs>
                  <a:gs pos="100000">
                    <a:srgbClr val="420909">
                      <a:alpha val="100000"/>
                    </a:srgbClr>
                  </a:gs>
                </a:gsLst>
                <a:lin ang="13614425"/>
              </a:gradFill>
            </p:spPr>
          </p:sp>
        </p:grpSp>
        <p:grpSp>
          <p:nvGrpSpPr>
            <p:cNvPr name="Group 16" id="16"/>
            <p:cNvGrpSpPr/>
            <p:nvPr/>
          </p:nvGrpSpPr>
          <p:grpSpPr>
            <a:xfrm rot="-8214413">
              <a:off x="726140" y="123547"/>
              <a:ext cx="683163" cy="814196"/>
              <a:chOff x="0" y="0"/>
              <a:chExt cx="798798" cy="952011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798782" cy="951992"/>
              </a:xfrm>
              <a:custGeom>
                <a:avLst/>
                <a:gdLst/>
                <a:ahLst/>
                <a:cxnLst/>
                <a:rect r="r" b="b" t="t" l="l"/>
                <a:pathLst>
                  <a:path h="951992" w="798782">
                    <a:moveTo>
                      <a:pt x="798782" y="0"/>
                    </a:moveTo>
                    <a:lnTo>
                      <a:pt x="0" y="0"/>
                    </a:lnTo>
                    <a:lnTo>
                      <a:pt x="266296" y="317373"/>
                    </a:lnTo>
                    <a:lnTo>
                      <a:pt x="532486" y="317373"/>
                    </a:lnTo>
                    <a:lnTo>
                      <a:pt x="532486" y="634619"/>
                    </a:lnTo>
                    <a:lnTo>
                      <a:pt x="798782" y="951992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81034">
                      <a:alpha val="100000"/>
                    </a:srgbClr>
                  </a:gs>
                  <a:gs pos="43000">
                    <a:srgbClr val="810A26">
                      <a:alpha val="100000"/>
                    </a:srgbClr>
                  </a:gs>
                  <a:gs pos="100000">
                    <a:srgbClr val="420909">
                      <a:alpha val="100000"/>
                    </a:srgbClr>
                  </a:gs>
                </a:gsLst>
                <a:lin ang="114445"/>
              </a:gradFill>
            </p:spPr>
          </p:sp>
        </p:grpSp>
        <p:grpSp>
          <p:nvGrpSpPr>
            <p:cNvPr name="Group 18" id="18"/>
            <p:cNvGrpSpPr/>
            <p:nvPr/>
          </p:nvGrpSpPr>
          <p:grpSpPr>
            <a:xfrm rot="-8214413">
              <a:off x="185980" y="123547"/>
              <a:ext cx="683163" cy="814196"/>
              <a:chOff x="0" y="0"/>
              <a:chExt cx="798798" cy="952011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798782" cy="951992"/>
              </a:xfrm>
              <a:custGeom>
                <a:avLst/>
                <a:gdLst/>
                <a:ahLst/>
                <a:cxnLst/>
                <a:rect r="r" b="b" t="t" l="l"/>
                <a:pathLst>
                  <a:path h="951992" w="798782">
                    <a:moveTo>
                      <a:pt x="798782" y="0"/>
                    </a:moveTo>
                    <a:lnTo>
                      <a:pt x="0" y="0"/>
                    </a:lnTo>
                    <a:lnTo>
                      <a:pt x="266296" y="317373"/>
                    </a:lnTo>
                    <a:lnTo>
                      <a:pt x="532486" y="317373"/>
                    </a:lnTo>
                    <a:lnTo>
                      <a:pt x="532486" y="634619"/>
                    </a:lnTo>
                    <a:lnTo>
                      <a:pt x="798782" y="951992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81034">
                      <a:alpha val="100000"/>
                    </a:srgbClr>
                  </a:gs>
                  <a:gs pos="9000">
                    <a:srgbClr val="810A26">
                      <a:alpha val="100000"/>
                    </a:srgbClr>
                  </a:gs>
                  <a:gs pos="100000">
                    <a:srgbClr val="420909">
                      <a:alpha val="100000"/>
                    </a:srgbClr>
                  </a:gs>
                </a:gsLst>
                <a:lin ang="114445"/>
              </a:gradFill>
            </p:spPr>
          </p:sp>
        </p:grpSp>
      </p:grpSp>
      <p:sp>
        <p:nvSpPr>
          <p:cNvPr name="TextBox 20" id="20"/>
          <p:cNvSpPr txBox="true"/>
          <p:nvPr/>
        </p:nvSpPr>
        <p:spPr>
          <a:xfrm rot="0">
            <a:off x="7880627" y="374650"/>
            <a:ext cx="2526746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ROLES</a:t>
            </a:r>
          </a:p>
        </p:txBody>
      </p:sp>
      <p:sp>
        <p:nvSpPr>
          <p:cNvPr name="AutoShape 21" id="21"/>
          <p:cNvSpPr/>
          <p:nvPr/>
        </p:nvSpPr>
        <p:spPr>
          <a:xfrm>
            <a:off x="2877737" y="2312687"/>
            <a:ext cx="4271045" cy="0"/>
          </a:xfrm>
          <a:prstGeom prst="line">
            <a:avLst/>
          </a:prstGeom>
          <a:ln cap="flat" w="28575">
            <a:gradFill>
              <a:gsLst>
                <a:gs pos="0">
                  <a:srgbClr val="FF2525">
                    <a:alpha val="100000"/>
                  </a:srgbClr>
                </a:gs>
                <a:gs pos="100000">
                  <a:srgbClr val="590000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oval" len="lg" w="lg"/>
          </a:ln>
        </p:spPr>
      </p:sp>
      <p:grpSp>
        <p:nvGrpSpPr>
          <p:cNvPr name="Group 22" id="22"/>
          <p:cNvGrpSpPr/>
          <p:nvPr/>
        </p:nvGrpSpPr>
        <p:grpSpPr>
          <a:xfrm rot="0">
            <a:off x="2877737" y="2012846"/>
            <a:ext cx="4131210" cy="599681"/>
            <a:chOff x="0" y="0"/>
            <a:chExt cx="4811973" cy="698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811973" cy="698500"/>
            </a:xfrm>
            <a:custGeom>
              <a:avLst/>
              <a:gdLst/>
              <a:ahLst/>
              <a:cxnLst/>
              <a:rect r="r" b="b" t="t" l="l"/>
              <a:pathLst>
                <a:path h="698500" w="4811973">
                  <a:moveTo>
                    <a:pt x="4811973" y="349250"/>
                  </a:moveTo>
                  <a:lnTo>
                    <a:pt x="4608773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4608773" y="0"/>
                  </a:lnTo>
                  <a:lnTo>
                    <a:pt x="4811973" y="349250"/>
                  </a:lnTo>
                  <a:close/>
                </a:path>
              </a:pathLst>
            </a:custGeom>
            <a:gradFill rotWithShape="true">
              <a:gsLst>
                <a:gs pos="0">
                  <a:srgbClr val="FF2525">
                    <a:alpha val="100000"/>
                  </a:srgbClr>
                </a:gs>
                <a:gs pos="100000">
                  <a:srgbClr val="5900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4" id="24"/>
            <p:cNvSpPr txBox="true"/>
            <p:nvPr/>
          </p:nvSpPr>
          <p:spPr>
            <a:xfrm>
              <a:off x="114300" y="-47625"/>
              <a:ext cx="4583373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3544237" y="2122785"/>
            <a:ext cx="346471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39"/>
              </a:lnSpc>
            </a:pPr>
            <a:r>
              <a:rPr lang="en-US" sz="228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Product Owner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3033997" y="2130633"/>
            <a:ext cx="403444" cy="364108"/>
          </a:xfrm>
          <a:custGeom>
            <a:avLst/>
            <a:gdLst/>
            <a:ahLst/>
            <a:cxnLst/>
            <a:rect r="r" b="b" t="t" l="l"/>
            <a:pathLst>
              <a:path h="364108" w="403444">
                <a:moveTo>
                  <a:pt x="0" y="0"/>
                </a:moveTo>
                <a:lnTo>
                  <a:pt x="403444" y="0"/>
                </a:lnTo>
                <a:lnTo>
                  <a:pt x="403444" y="364108"/>
                </a:lnTo>
                <a:lnTo>
                  <a:pt x="0" y="3641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2877737" y="2644110"/>
            <a:ext cx="12520876" cy="159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16"/>
              </a:lnSpc>
            </a:pPr>
          </a:p>
          <a:p>
            <a:pPr algn="just" marL="452686" indent="-226343" lvl="1">
              <a:lnSpc>
                <a:spcPts val="2516"/>
              </a:lnSpc>
              <a:buFont typeface="Arial"/>
              <a:buChar char="•"/>
            </a:pPr>
            <a:r>
              <a:rPr lang="en-US" sz="209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Define la visión y objetivos del producto.</a:t>
            </a:r>
          </a:p>
          <a:p>
            <a:pPr algn="just" marL="452686" indent="-226343" lvl="1">
              <a:lnSpc>
                <a:spcPts val="2516"/>
              </a:lnSpc>
              <a:buFont typeface="Arial"/>
              <a:buChar char="•"/>
            </a:pPr>
            <a:r>
              <a:rPr lang="en-US" sz="209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Prioriza el Product Backlog de acuerdo al valor para el cliente.</a:t>
            </a:r>
          </a:p>
          <a:p>
            <a:pPr algn="just" marL="452686" indent="-226343" lvl="1">
              <a:lnSpc>
                <a:spcPts val="2516"/>
              </a:lnSpc>
              <a:buFont typeface="Arial"/>
              <a:buChar char="•"/>
            </a:pPr>
            <a:r>
              <a:rPr lang="en-US" sz="209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Se asegura de que el equipo trabaje alineado a las necesidades del usuario final.</a:t>
            </a:r>
          </a:p>
          <a:p>
            <a:pPr algn="just">
              <a:lnSpc>
                <a:spcPts val="2516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13744958" y="2432188"/>
            <a:ext cx="1775460" cy="317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6"/>
              </a:lnSpc>
              <a:spcBef>
                <a:spcPct val="0"/>
              </a:spcBef>
            </a:pPr>
            <a:r>
              <a:rPr lang="en-US" sz="1768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 (Danae Venegas)</a:t>
            </a:r>
          </a:p>
        </p:txBody>
      </p:sp>
      <p:sp>
        <p:nvSpPr>
          <p:cNvPr name="AutoShape 29" id="29"/>
          <p:cNvSpPr/>
          <p:nvPr/>
        </p:nvSpPr>
        <p:spPr>
          <a:xfrm>
            <a:off x="2877737" y="4922893"/>
            <a:ext cx="4271045" cy="0"/>
          </a:xfrm>
          <a:prstGeom prst="line">
            <a:avLst/>
          </a:prstGeom>
          <a:ln cap="flat" w="28575">
            <a:gradFill>
              <a:gsLst>
                <a:gs pos="0">
                  <a:srgbClr val="FF2525">
                    <a:alpha val="100000"/>
                  </a:srgbClr>
                </a:gs>
                <a:gs pos="100000">
                  <a:srgbClr val="590000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oval" len="lg" w="lg"/>
          </a:ln>
        </p:spPr>
      </p:sp>
      <p:sp>
        <p:nvSpPr>
          <p:cNvPr name="AutoShape 30" id="30"/>
          <p:cNvSpPr/>
          <p:nvPr/>
        </p:nvSpPr>
        <p:spPr>
          <a:xfrm>
            <a:off x="2889386" y="7166013"/>
            <a:ext cx="4271045" cy="0"/>
          </a:xfrm>
          <a:prstGeom prst="line">
            <a:avLst/>
          </a:prstGeom>
          <a:ln cap="flat" w="28575">
            <a:gradFill>
              <a:gsLst>
                <a:gs pos="0">
                  <a:srgbClr val="FF2525">
                    <a:alpha val="100000"/>
                  </a:srgbClr>
                </a:gs>
                <a:gs pos="100000">
                  <a:srgbClr val="590000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oval" len="lg" w="lg"/>
          </a:ln>
        </p:spPr>
      </p:sp>
      <p:grpSp>
        <p:nvGrpSpPr>
          <p:cNvPr name="Group 31" id="31"/>
          <p:cNvGrpSpPr/>
          <p:nvPr/>
        </p:nvGrpSpPr>
        <p:grpSpPr>
          <a:xfrm rot="0">
            <a:off x="2877737" y="4623052"/>
            <a:ext cx="4131210" cy="599681"/>
            <a:chOff x="0" y="0"/>
            <a:chExt cx="4811973" cy="6985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811973" cy="698500"/>
            </a:xfrm>
            <a:custGeom>
              <a:avLst/>
              <a:gdLst/>
              <a:ahLst/>
              <a:cxnLst/>
              <a:rect r="r" b="b" t="t" l="l"/>
              <a:pathLst>
                <a:path h="698500" w="4811973">
                  <a:moveTo>
                    <a:pt x="4811973" y="349250"/>
                  </a:moveTo>
                  <a:lnTo>
                    <a:pt x="4608773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4608773" y="0"/>
                  </a:lnTo>
                  <a:lnTo>
                    <a:pt x="4811973" y="349250"/>
                  </a:lnTo>
                  <a:close/>
                </a:path>
              </a:pathLst>
            </a:custGeom>
            <a:gradFill rotWithShape="true">
              <a:gsLst>
                <a:gs pos="0">
                  <a:srgbClr val="FF2525">
                    <a:alpha val="100000"/>
                  </a:srgbClr>
                </a:gs>
                <a:gs pos="100000">
                  <a:srgbClr val="5900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3" id="33"/>
            <p:cNvSpPr txBox="true"/>
            <p:nvPr/>
          </p:nvSpPr>
          <p:spPr>
            <a:xfrm>
              <a:off x="114300" y="-47625"/>
              <a:ext cx="4583373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3544237" y="4732991"/>
            <a:ext cx="346471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39"/>
              </a:lnSpc>
            </a:pPr>
            <a:r>
              <a:rPr lang="en-US" sz="228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Scrum Master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3033997" y="4740839"/>
            <a:ext cx="403444" cy="364108"/>
          </a:xfrm>
          <a:custGeom>
            <a:avLst/>
            <a:gdLst/>
            <a:ahLst/>
            <a:cxnLst/>
            <a:rect r="r" b="b" t="t" l="l"/>
            <a:pathLst>
              <a:path h="364108" w="403444">
                <a:moveTo>
                  <a:pt x="0" y="0"/>
                </a:moveTo>
                <a:lnTo>
                  <a:pt x="403444" y="0"/>
                </a:lnTo>
                <a:lnTo>
                  <a:pt x="403444" y="364108"/>
                </a:lnTo>
                <a:lnTo>
                  <a:pt x="0" y="3641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2877737" y="5348878"/>
            <a:ext cx="12520876" cy="139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92884" indent="-246442" lvl="1">
              <a:lnSpc>
                <a:spcPts val="2739"/>
              </a:lnSpc>
              <a:buFont typeface="Arial"/>
              <a:buChar char="•"/>
            </a:pPr>
            <a:r>
              <a:rPr lang="en-US" sz="228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Facilita el proceso Scrum, vela por el cumplimiento de la metodología.</a:t>
            </a:r>
          </a:p>
          <a:p>
            <a:pPr algn="just" marL="492884" indent="-246442" lvl="1">
              <a:lnSpc>
                <a:spcPts val="2739"/>
              </a:lnSpc>
              <a:buFont typeface="Arial"/>
              <a:buChar char="•"/>
            </a:pPr>
            <a:r>
              <a:rPr lang="en-US" sz="228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Elimina impedimentos que afecten el avance del equipo.</a:t>
            </a:r>
          </a:p>
          <a:p>
            <a:pPr algn="just" marL="492884" indent="-246442" lvl="1">
              <a:lnSpc>
                <a:spcPts val="2739"/>
              </a:lnSpc>
              <a:buFont typeface="Arial"/>
              <a:buChar char="•"/>
            </a:pPr>
            <a:r>
              <a:rPr lang="en-US" sz="228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Fomenta la comunicación y mejora continua dentro del equipo.</a:t>
            </a:r>
          </a:p>
          <a:p>
            <a:pPr algn="just">
              <a:lnSpc>
                <a:spcPts val="2739"/>
              </a:lnSpc>
            </a:pPr>
          </a:p>
        </p:txBody>
      </p:sp>
      <p:sp>
        <p:nvSpPr>
          <p:cNvPr name="TextBox 37" id="37"/>
          <p:cNvSpPr txBox="true"/>
          <p:nvPr/>
        </p:nvSpPr>
        <p:spPr>
          <a:xfrm rot="0">
            <a:off x="13979797" y="5042394"/>
            <a:ext cx="1508760" cy="317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6"/>
              </a:lnSpc>
              <a:spcBef>
                <a:spcPct val="0"/>
              </a:spcBef>
            </a:pPr>
            <a:r>
              <a:rPr lang="en-US" sz="1768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(Matias Muñoz)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3555886" y="6976111"/>
            <a:ext cx="346471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39"/>
              </a:lnSpc>
            </a:pPr>
            <a:r>
              <a:rPr lang="en-US" sz="228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Equipo de Desarrollo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2889386" y="6866173"/>
            <a:ext cx="4131210" cy="599681"/>
            <a:chOff x="0" y="0"/>
            <a:chExt cx="4811973" cy="6985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811973" cy="698500"/>
            </a:xfrm>
            <a:custGeom>
              <a:avLst/>
              <a:gdLst/>
              <a:ahLst/>
              <a:cxnLst/>
              <a:rect r="r" b="b" t="t" l="l"/>
              <a:pathLst>
                <a:path h="698500" w="4811973">
                  <a:moveTo>
                    <a:pt x="4811973" y="349250"/>
                  </a:moveTo>
                  <a:lnTo>
                    <a:pt x="4608773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4608773" y="0"/>
                  </a:lnTo>
                  <a:lnTo>
                    <a:pt x="4811973" y="349250"/>
                  </a:lnTo>
                  <a:close/>
                </a:path>
              </a:pathLst>
            </a:custGeom>
            <a:gradFill rotWithShape="true">
              <a:gsLst>
                <a:gs pos="0">
                  <a:srgbClr val="FF2525">
                    <a:alpha val="100000"/>
                  </a:srgbClr>
                </a:gs>
                <a:gs pos="100000">
                  <a:srgbClr val="5900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1" id="41"/>
            <p:cNvSpPr txBox="true"/>
            <p:nvPr/>
          </p:nvSpPr>
          <p:spPr>
            <a:xfrm>
              <a:off x="114300" y="-47625"/>
              <a:ext cx="4583373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3555886" y="6990580"/>
            <a:ext cx="346471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39"/>
              </a:lnSpc>
            </a:pPr>
            <a:r>
              <a:rPr lang="en-US" sz="228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Equipo de Desarrollo</a:t>
            </a:r>
          </a:p>
        </p:txBody>
      </p:sp>
      <p:sp>
        <p:nvSpPr>
          <p:cNvPr name="Freeform 43" id="43"/>
          <p:cNvSpPr/>
          <p:nvPr/>
        </p:nvSpPr>
        <p:spPr>
          <a:xfrm flipH="false" flipV="false" rot="0">
            <a:off x="3045646" y="6983959"/>
            <a:ext cx="403444" cy="364108"/>
          </a:xfrm>
          <a:custGeom>
            <a:avLst/>
            <a:gdLst/>
            <a:ahLst/>
            <a:cxnLst/>
            <a:rect r="r" b="b" t="t" l="l"/>
            <a:pathLst>
              <a:path h="364108" w="403444">
                <a:moveTo>
                  <a:pt x="0" y="0"/>
                </a:moveTo>
                <a:lnTo>
                  <a:pt x="403444" y="0"/>
                </a:lnTo>
                <a:lnTo>
                  <a:pt x="403444" y="364108"/>
                </a:lnTo>
                <a:lnTo>
                  <a:pt x="0" y="3641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4" id="44"/>
          <p:cNvSpPr txBox="true"/>
          <p:nvPr/>
        </p:nvSpPr>
        <p:spPr>
          <a:xfrm rot="0">
            <a:off x="2889386" y="7872435"/>
            <a:ext cx="12520876" cy="139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92884" indent="-246442" lvl="1">
              <a:lnSpc>
                <a:spcPts val="2739"/>
              </a:lnSpc>
              <a:buFont typeface="Arial"/>
              <a:buChar char="•"/>
            </a:pPr>
            <a:r>
              <a:rPr lang="en-US" sz="228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Implementa el frontend (React Native) y el backend/API (Python + FastAPI).</a:t>
            </a:r>
          </a:p>
          <a:p>
            <a:pPr algn="just" marL="492884" indent="-246442" lvl="1">
              <a:lnSpc>
                <a:spcPts val="2739"/>
              </a:lnSpc>
              <a:buFont typeface="Arial"/>
              <a:buChar char="•"/>
            </a:pPr>
            <a:r>
              <a:rPr lang="en-US" sz="228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Integra la solución con Firebase y componentes de IA.</a:t>
            </a:r>
          </a:p>
          <a:p>
            <a:pPr algn="just" marL="492884" indent="-246442" lvl="1">
              <a:lnSpc>
                <a:spcPts val="2739"/>
              </a:lnSpc>
              <a:buFont typeface="Arial"/>
              <a:buChar char="•"/>
            </a:pPr>
            <a:r>
              <a:rPr lang="en-US" sz="228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Asegura la calidad técnica, pruebas y despliegue de las funcionalidades.</a:t>
            </a:r>
          </a:p>
          <a:p>
            <a:pPr algn="just">
              <a:lnSpc>
                <a:spcPts val="2739"/>
              </a:lnSpc>
            </a:pPr>
          </a:p>
        </p:txBody>
      </p:sp>
      <p:sp>
        <p:nvSpPr>
          <p:cNvPr name="TextBox 45" id="45"/>
          <p:cNvSpPr txBox="true"/>
          <p:nvPr/>
        </p:nvSpPr>
        <p:spPr>
          <a:xfrm rot="0">
            <a:off x="8613527" y="7285515"/>
            <a:ext cx="6743700" cy="317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6"/>
              </a:lnSpc>
              <a:spcBef>
                <a:spcPct val="0"/>
              </a:spcBef>
            </a:pPr>
            <a:r>
              <a:rPr lang="en-US" sz="1768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(Alonso Barrera - Germán Macías - Matías Muñoz - Danae Venegas)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8214413">
            <a:off x="17203866" y="8984244"/>
            <a:ext cx="714008" cy="714008"/>
            <a:chOff x="0" y="0"/>
            <a:chExt cx="952011" cy="95201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51992" cy="951992"/>
            </a:xfrm>
            <a:custGeom>
              <a:avLst/>
              <a:gdLst/>
              <a:ahLst/>
              <a:cxnLst/>
              <a:rect r="r" b="b" t="t" l="l"/>
              <a:pathLst>
                <a:path h="951992" w="951992">
                  <a:moveTo>
                    <a:pt x="951992" y="0"/>
                  </a:moveTo>
                  <a:lnTo>
                    <a:pt x="0" y="0"/>
                  </a:lnTo>
                  <a:lnTo>
                    <a:pt x="317373" y="317373"/>
                  </a:lnTo>
                  <a:lnTo>
                    <a:pt x="634619" y="317373"/>
                  </a:lnTo>
                  <a:lnTo>
                    <a:pt x="634619" y="634619"/>
                  </a:lnTo>
                  <a:lnTo>
                    <a:pt x="951992" y="951992"/>
                  </a:lnTo>
                  <a:close/>
                </a:path>
              </a:pathLst>
            </a:custGeom>
            <a:gradFill rotWithShape="true">
              <a:gsLst>
                <a:gs pos="0">
                  <a:srgbClr val="F81034">
                    <a:alpha val="100000"/>
                  </a:srgbClr>
                </a:gs>
                <a:gs pos="79000">
                  <a:srgbClr val="F81034">
                    <a:alpha val="100000"/>
                  </a:srgbClr>
                </a:gs>
                <a:gs pos="100000">
                  <a:srgbClr val="420909">
                    <a:alpha val="100000"/>
                  </a:srgbClr>
                </a:gs>
              </a:gsLst>
              <a:lin ang="13614425"/>
            </a:gradFill>
          </p:spPr>
        </p:sp>
      </p:grpSp>
      <p:grpSp>
        <p:nvGrpSpPr>
          <p:cNvPr name="Group 5" id="5"/>
          <p:cNvGrpSpPr/>
          <p:nvPr/>
        </p:nvGrpSpPr>
        <p:grpSpPr>
          <a:xfrm rot="-8214413">
            <a:off x="16679664" y="8984244"/>
            <a:ext cx="714008" cy="714008"/>
            <a:chOff x="0" y="0"/>
            <a:chExt cx="952011" cy="95201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51992" cy="951992"/>
            </a:xfrm>
            <a:custGeom>
              <a:avLst/>
              <a:gdLst/>
              <a:ahLst/>
              <a:cxnLst/>
              <a:rect r="r" b="b" t="t" l="l"/>
              <a:pathLst>
                <a:path h="951992" w="951992">
                  <a:moveTo>
                    <a:pt x="951992" y="0"/>
                  </a:moveTo>
                  <a:lnTo>
                    <a:pt x="0" y="0"/>
                  </a:lnTo>
                  <a:lnTo>
                    <a:pt x="317373" y="317373"/>
                  </a:lnTo>
                  <a:lnTo>
                    <a:pt x="634619" y="317373"/>
                  </a:lnTo>
                  <a:lnTo>
                    <a:pt x="634619" y="634619"/>
                  </a:lnTo>
                  <a:lnTo>
                    <a:pt x="951992" y="951992"/>
                  </a:lnTo>
                  <a:close/>
                </a:path>
              </a:pathLst>
            </a:custGeom>
            <a:gradFill rotWithShape="true">
              <a:gsLst>
                <a:gs pos="0">
                  <a:srgbClr val="F81034">
                    <a:alpha val="100000"/>
                  </a:srgbClr>
                </a:gs>
                <a:gs pos="28000">
                  <a:srgbClr val="F81034">
                    <a:alpha val="100000"/>
                  </a:srgbClr>
                </a:gs>
                <a:gs pos="100000">
                  <a:srgbClr val="420909">
                    <a:alpha val="100000"/>
                  </a:srgbClr>
                </a:gs>
              </a:gsLst>
              <a:lin ang="13614425"/>
            </a:gradFill>
          </p:spPr>
        </p:sp>
      </p:grpSp>
      <p:grpSp>
        <p:nvGrpSpPr>
          <p:cNvPr name="Group 7" id="7"/>
          <p:cNvGrpSpPr/>
          <p:nvPr/>
        </p:nvGrpSpPr>
        <p:grpSpPr>
          <a:xfrm rot="-8214413">
            <a:off x="16153516" y="8984244"/>
            <a:ext cx="714008" cy="714008"/>
            <a:chOff x="0" y="0"/>
            <a:chExt cx="952011" cy="95201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51992" cy="951992"/>
            </a:xfrm>
            <a:custGeom>
              <a:avLst/>
              <a:gdLst/>
              <a:ahLst/>
              <a:cxnLst/>
              <a:rect r="r" b="b" t="t" l="l"/>
              <a:pathLst>
                <a:path h="951992" w="951992">
                  <a:moveTo>
                    <a:pt x="951992" y="0"/>
                  </a:moveTo>
                  <a:lnTo>
                    <a:pt x="0" y="0"/>
                  </a:lnTo>
                  <a:lnTo>
                    <a:pt x="317373" y="317373"/>
                  </a:lnTo>
                  <a:lnTo>
                    <a:pt x="634619" y="317373"/>
                  </a:lnTo>
                  <a:lnTo>
                    <a:pt x="634619" y="634619"/>
                  </a:lnTo>
                  <a:lnTo>
                    <a:pt x="951992" y="951992"/>
                  </a:lnTo>
                  <a:close/>
                </a:path>
              </a:pathLst>
            </a:custGeom>
            <a:gradFill rotWithShape="true">
              <a:gsLst>
                <a:gs pos="0">
                  <a:srgbClr val="F81034">
                    <a:alpha val="100000"/>
                  </a:srgbClr>
                </a:gs>
                <a:gs pos="43000">
                  <a:srgbClr val="810A26">
                    <a:alpha val="100000"/>
                  </a:srgbClr>
                </a:gs>
                <a:gs pos="100000">
                  <a:srgbClr val="420909">
                    <a:alpha val="100000"/>
                  </a:srgbClr>
                </a:gs>
              </a:gsLst>
              <a:lin ang="114445"/>
            </a:gradFill>
          </p:spPr>
        </p:sp>
      </p:grpSp>
      <p:grpSp>
        <p:nvGrpSpPr>
          <p:cNvPr name="Group 9" id="9"/>
          <p:cNvGrpSpPr/>
          <p:nvPr/>
        </p:nvGrpSpPr>
        <p:grpSpPr>
          <a:xfrm rot="-8214413">
            <a:off x="15636866" y="8984244"/>
            <a:ext cx="714008" cy="714008"/>
            <a:chOff x="0" y="0"/>
            <a:chExt cx="952011" cy="95201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51992" cy="951992"/>
            </a:xfrm>
            <a:custGeom>
              <a:avLst/>
              <a:gdLst/>
              <a:ahLst/>
              <a:cxnLst/>
              <a:rect r="r" b="b" t="t" l="l"/>
              <a:pathLst>
                <a:path h="951992" w="951992">
                  <a:moveTo>
                    <a:pt x="951992" y="0"/>
                  </a:moveTo>
                  <a:lnTo>
                    <a:pt x="0" y="0"/>
                  </a:lnTo>
                  <a:lnTo>
                    <a:pt x="317373" y="317373"/>
                  </a:lnTo>
                  <a:lnTo>
                    <a:pt x="634619" y="317373"/>
                  </a:lnTo>
                  <a:lnTo>
                    <a:pt x="634619" y="634619"/>
                  </a:lnTo>
                  <a:lnTo>
                    <a:pt x="951992" y="951992"/>
                  </a:lnTo>
                  <a:close/>
                </a:path>
              </a:pathLst>
            </a:custGeom>
            <a:gradFill rotWithShape="true">
              <a:gsLst>
                <a:gs pos="0">
                  <a:srgbClr val="F81034">
                    <a:alpha val="100000"/>
                  </a:srgbClr>
                </a:gs>
                <a:gs pos="9000">
                  <a:srgbClr val="810A26">
                    <a:alpha val="100000"/>
                  </a:srgbClr>
                </a:gs>
                <a:gs pos="100000">
                  <a:srgbClr val="420909">
                    <a:alpha val="100000"/>
                  </a:srgbClr>
                </a:gs>
              </a:gsLst>
              <a:lin ang="114445"/>
            </a:gra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491000" y="408042"/>
            <a:ext cx="7618372" cy="1943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36"/>
              </a:lnSpc>
            </a:pPr>
            <a:r>
              <a:rPr lang="en-US" sz="5597" b="true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SPRINT </a:t>
            </a:r>
            <a:r>
              <a:rPr lang="en-US" sz="5597" b="true">
                <a:solidFill>
                  <a:srgbClr val="F81034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PLANNING </a:t>
            </a:r>
            <a:r>
              <a:rPr lang="en-US" sz="5597" b="true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(INICIAL)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5220517" y="5370074"/>
            <a:ext cx="108787" cy="1355527"/>
          </a:xfrm>
          <a:custGeom>
            <a:avLst/>
            <a:gdLst/>
            <a:ahLst/>
            <a:cxnLst/>
            <a:rect r="r" b="b" t="t" l="l"/>
            <a:pathLst>
              <a:path h="1355527" w="108787">
                <a:moveTo>
                  <a:pt x="0" y="0"/>
                </a:moveTo>
                <a:lnTo>
                  <a:pt x="108787" y="0"/>
                </a:lnTo>
                <a:lnTo>
                  <a:pt x="108787" y="1355527"/>
                </a:lnTo>
                <a:lnTo>
                  <a:pt x="0" y="13555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5336686" y="5729143"/>
            <a:ext cx="15601" cy="77690"/>
            <a:chOff x="0" y="0"/>
            <a:chExt cx="25515" cy="12706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27" y="127"/>
              <a:ext cx="25400" cy="126873"/>
            </a:xfrm>
            <a:custGeom>
              <a:avLst/>
              <a:gdLst/>
              <a:ahLst/>
              <a:cxnLst/>
              <a:rect r="r" b="b" t="t" l="l"/>
              <a:pathLst>
                <a:path h="126873" w="25400">
                  <a:moveTo>
                    <a:pt x="0" y="0"/>
                  </a:moveTo>
                  <a:lnTo>
                    <a:pt x="0" y="126873"/>
                  </a:lnTo>
                  <a:lnTo>
                    <a:pt x="25400" y="126873"/>
                  </a:lnTo>
                  <a:lnTo>
                    <a:pt x="25400" y="0"/>
                  </a:lnTo>
                  <a:close/>
                </a:path>
              </a:pathLst>
            </a:custGeom>
            <a:solidFill>
              <a:srgbClr val="646463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4263574" y="5225057"/>
            <a:ext cx="2068697" cy="576636"/>
            <a:chOff x="0" y="0"/>
            <a:chExt cx="3368107" cy="93883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22249" y="0"/>
              <a:ext cx="3323294" cy="938784"/>
            </a:xfrm>
            <a:custGeom>
              <a:avLst/>
              <a:gdLst/>
              <a:ahLst/>
              <a:cxnLst/>
              <a:rect r="r" b="b" t="t" l="l"/>
              <a:pathLst>
                <a:path h="938784" w="3323294">
                  <a:moveTo>
                    <a:pt x="82399" y="127"/>
                  </a:moveTo>
                  <a:cubicBezTo>
                    <a:pt x="17375" y="127"/>
                    <a:pt x="-22122" y="73279"/>
                    <a:pt x="13311" y="128143"/>
                  </a:cubicBezTo>
                  <a:lnTo>
                    <a:pt x="520422" y="901192"/>
                  </a:lnTo>
                  <a:cubicBezTo>
                    <a:pt x="535662" y="924560"/>
                    <a:pt x="562078" y="938784"/>
                    <a:pt x="589510" y="938784"/>
                  </a:cubicBezTo>
                  <a:lnTo>
                    <a:pt x="3240254" y="938784"/>
                  </a:lnTo>
                  <a:cubicBezTo>
                    <a:pt x="3306294" y="938784"/>
                    <a:pt x="3345918" y="865632"/>
                    <a:pt x="3309342" y="810768"/>
                  </a:cubicBezTo>
                  <a:lnTo>
                    <a:pt x="2802231" y="37592"/>
                  </a:lnTo>
                  <a:cubicBezTo>
                    <a:pt x="2786991" y="14224"/>
                    <a:pt x="2761591" y="0"/>
                    <a:pt x="273314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81034">
                    <a:alpha val="100000"/>
                  </a:srgbClr>
                </a:gs>
                <a:gs pos="28000">
                  <a:srgbClr val="F81034">
                    <a:alpha val="100000"/>
                  </a:srgbClr>
                </a:gs>
                <a:gs pos="100000">
                  <a:srgbClr val="420909">
                    <a:alpha val="100000"/>
                  </a:srgbClr>
                </a:gs>
              </a:gsLst>
              <a:lin ang="2814425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3368107" cy="957887"/>
            </a:xfrm>
            <a:prstGeom prst="rect">
              <a:avLst/>
            </a:prstGeom>
          </p:spPr>
          <p:txBody>
            <a:bodyPr anchor="ctr" rtlCol="false" tIns="41602" lIns="41602" bIns="41602" rIns="41602"/>
            <a:lstStyle/>
            <a:p>
              <a:pPr algn="ctr">
                <a:lnSpc>
                  <a:spcPts val="2751"/>
                </a:lnSpc>
              </a:pPr>
              <a:r>
                <a:rPr lang="en-US" sz="2293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Sprint 2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4127293" y="6914873"/>
            <a:ext cx="2295205" cy="597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7"/>
              </a:lnSpc>
            </a:pPr>
            <a:r>
              <a:rPr lang="en-US" sz="195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lang="en-US" sz="195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erfil &amp; Sesión Persistente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211888" y="5729143"/>
            <a:ext cx="15548" cy="77690"/>
            <a:chOff x="0" y="0"/>
            <a:chExt cx="25429" cy="12706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127"/>
              <a:ext cx="25400" cy="126873"/>
            </a:xfrm>
            <a:custGeom>
              <a:avLst/>
              <a:gdLst/>
              <a:ahLst/>
              <a:cxnLst/>
              <a:rect r="r" b="b" t="t" l="l"/>
              <a:pathLst>
                <a:path h="126873" w="25400">
                  <a:moveTo>
                    <a:pt x="0" y="0"/>
                  </a:moveTo>
                  <a:lnTo>
                    <a:pt x="0" y="126873"/>
                  </a:lnTo>
                  <a:lnTo>
                    <a:pt x="25400" y="126873"/>
                  </a:lnTo>
                  <a:lnTo>
                    <a:pt x="25400" y="0"/>
                  </a:lnTo>
                  <a:close/>
                </a:path>
              </a:pathLst>
            </a:custGeom>
            <a:solidFill>
              <a:srgbClr val="646463"/>
            </a:solidFill>
          </p:spPr>
        </p:sp>
      </p:grpSp>
      <p:sp>
        <p:nvSpPr>
          <p:cNvPr name="Freeform 21" id="21"/>
          <p:cNvSpPr/>
          <p:nvPr/>
        </p:nvSpPr>
        <p:spPr>
          <a:xfrm flipH="false" flipV="false" rot="0">
            <a:off x="9095692" y="5370074"/>
            <a:ext cx="108787" cy="1355527"/>
          </a:xfrm>
          <a:custGeom>
            <a:avLst/>
            <a:gdLst/>
            <a:ahLst/>
            <a:cxnLst/>
            <a:rect r="r" b="b" t="t" l="l"/>
            <a:pathLst>
              <a:path h="1355527" w="108787">
                <a:moveTo>
                  <a:pt x="0" y="0"/>
                </a:moveTo>
                <a:lnTo>
                  <a:pt x="108787" y="0"/>
                </a:lnTo>
                <a:lnTo>
                  <a:pt x="108787" y="1355527"/>
                </a:lnTo>
                <a:lnTo>
                  <a:pt x="0" y="13555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8156257" y="5225057"/>
            <a:ext cx="2068750" cy="576636"/>
            <a:chOff x="0" y="0"/>
            <a:chExt cx="3368192" cy="93883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22301" y="0"/>
              <a:ext cx="3323242" cy="938784"/>
            </a:xfrm>
            <a:custGeom>
              <a:avLst/>
              <a:gdLst/>
              <a:ahLst/>
              <a:cxnLst/>
              <a:rect r="r" b="b" t="t" l="l"/>
              <a:pathLst>
                <a:path h="938784" w="3323242">
                  <a:moveTo>
                    <a:pt x="82347" y="127"/>
                  </a:moveTo>
                  <a:cubicBezTo>
                    <a:pt x="17323" y="127"/>
                    <a:pt x="-22174" y="73279"/>
                    <a:pt x="13386" y="128143"/>
                  </a:cubicBezTo>
                  <a:lnTo>
                    <a:pt x="520370" y="901192"/>
                  </a:lnTo>
                  <a:cubicBezTo>
                    <a:pt x="535610" y="924560"/>
                    <a:pt x="562026" y="938784"/>
                    <a:pt x="589458" y="938784"/>
                  </a:cubicBezTo>
                  <a:lnTo>
                    <a:pt x="3240202" y="938784"/>
                  </a:lnTo>
                  <a:cubicBezTo>
                    <a:pt x="3306242" y="938784"/>
                    <a:pt x="3345866" y="865632"/>
                    <a:pt x="3309290" y="810768"/>
                  </a:cubicBezTo>
                  <a:lnTo>
                    <a:pt x="2803195" y="37592"/>
                  </a:lnTo>
                  <a:cubicBezTo>
                    <a:pt x="2787955" y="14224"/>
                    <a:pt x="2761539" y="0"/>
                    <a:pt x="273410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81034">
                    <a:alpha val="100000"/>
                  </a:srgbClr>
                </a:gs>
                <a:gs pos="50000">
                  <a:srgbClr val="F81034">
                    <a:alpha val="100000"/>
                  </a:srgbClr>
                </a:gs>
                <a:gs pos="100000">
                  <a:srgbClr val="420909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3368192" cy="957887"/>
            </a:xfrm>
            <a:prstGeom prst="rect">
              <a:avLst/>
            </a:prstGeom>
          </p:spPr>
          <p:txBody>
            <a:bodyPr anchor="ctr" rtlCol="false" tIns="41602" lIns="41602" bIns="41602" rIns="41602"/>
            <a:lstStyle/>
            <a:p>
              <a:pPr algn="ctr">
                <a:lnSpc>
                  <a:spcPts val="2751"/>
                </a:lnSpc>
              </a:pPr>
              <a:r>
                <a:rPr lang="en-US" sz="2293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Sprint 4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8002631" y="6914873"/>
            <a:ext cx="2295205" cy="890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7"/>
              </a:lnSpc>
            </a:pPr>
            <a:r>
              <a:rPr lang="en-US" sz="195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Sincronización sin conexión </a:t>
            </a:r>
            <a:r>
              <a:rPr lang="en-US" sz="195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&amp; Mensajería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2971154" y="5370074"/>
            <a:ext cx="108787" cy="1355527"/>
          </a:xfrm>
          <a:custGeom>
            <a:avLst/>
            <a:gdLst/>
            <a:ahLst/>
            <a:cxnLst/>
            <a:rect r="r" b="b" t="t" l="l"/>
            <a:pathLst>
              <a:path h="1355527" w="108787">
                <a:moveTo>
                  <a:pt x="0" y="0"/>
                </a:moveTo>
                <a:lnTo>
                  <a:pt x="108787" y="0"/>
                </a:lnTo>
                <a:lnTo>
                  <a:pt x="108787" y="1355527"/>
                </a:lnTo>
                <a:lnTo>
                  <a:pt x="0" y="13555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13086411" y="5729143"/>
            <a:ext cx="8139" cy="77690"/>
            <a:chOff x="0" y="0"/>
            <a:chExt cx="13312" cy="12706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127"/>
              <a:ext cx="13208" cy="126873"/>
            </a:xfrm>
            <a:custGeom>
              <a:avLst/>
              <a:gdLst/>
              <a:ahLst/>
              <a:cxnLst/>
              <a:rect r="r" b="b" t="t" l="l"/>
              <a:pathLst>
                <a:path h="126873" w="13208">
                  <a:moveTo>
                    <a:pt x="0" y="0"/>
                  </a:moveTo>
                  <a:lnTo>
                    <a:pt x="0" y="126873"/>
                  </a:lnTo>
                  <a:lnTo>
                    <a:pt x="13208" y="126873"/>
                  </a:lnTo>
                  <a:lnTo>
                    <a:pt x="13208" y="0"/>
                  </a:lnTo>
                  <a:close/>
                </a:path>
              </a:pathLst>
            </a:custGeom>
            <a:solidFill>
              <a:srgbClr val="646463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2063931" y="5225057"/>
            <a:ext cx="2039399" cy="576636"/>
            <a:chOff x="0" y="0"/>
            <a:chExt cx="3320405" cy="93883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33519" y="127"/>
              <a:ext cx="3252901" cy="938657"/>
            </a:xfrm>
            <a:custGeom>
              <a:avLst/>
              <a:gdLst/>
              <a:ahLst/>
              <a:cxnLst/>
              <a:rect r="r" b="b" t="t" l="l"/>
              <a:pathLst>
                <a:path h="938657" w="3252901">
                  <a:moveTo>
                    <a:pt x="122945" y="0"/>
                  </a:moveTo>
                  <a:cubicBezTo>
                    <a:pt x="25409" y="0"/>
                    <a:pt x="-33392" y="108585"/>
                    <a:pt x="20456" y="190881"/>
                  </a:cubicBezTo>
                  <a:lnTo>
                    <a:pt x="472576" y="882777"/>
                  </a:lnTo>
                  <a:cubicBezTo>
                    <a:pt x="495944" y="917321"/>
                    <a:pt x="534552" y="938657"/>
                    <a:pt x="576208" y="938657"/>
                  </a:cubicBezTo>
                  <a:lnTo>
                    <a:pt x="3129416" y="938657"/>
                  </a:lnTo>
                  <a:cubicBezTo>
                    <a:pt x="3226952" y="938657"/>
                    <a:pt x="3286896" y="828929"/>
                    <a:pt x="3232032" y="746633"/>
                  </a:cubicBezTo>
                  <a:lnTo>
                    <a:pt x="2779785" y="55753"/>
                  </a:lnTo>
                  <a:cubicBezTo>
                    <a:pt x="2756417" y="21336"/>
                    <a:pt x="2717809" y="0"/>
                    <a:pt x="267615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81034">
                    <a:alpha val="100000"/>
                  </a:srgbClr>
                </a:gs>
                <a:gs pos="28000">
                  <a:srgbClr val="F81034">
                    <a:alpha val="100000"/>
                  </a:srgbClr>
                </a:gs>
                <a:gs pos="100000">
                  <a:srgbClr val="420909">
                    <a:alpha val="100000"/>
                  </a:srgbClr>
                </a:gs>
              </a:gsLst>
              <a:lin ang="18785599"/>
            </a:gra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3320405" cy="957887"/>
            </a:xfrm>
            <a:prstGeom prst="rect">
              <a:avLst/>
            </a:prstGeom>
          </p:spPr>
          <p:txBody>
            <a:bodyPr anchor="ctr" rtlCol="false" tIns="41602" lIns="41602" bIns="41602" rIns="41602"/>
            <a:lstStyle/>
            <a:p>
              <a:pPr algn="ctr">
                <a:lnSpc>
                  <a:spcPts val="2751"/>
                </a:lnSpc>
              </a:pPr>
              <a:r>
                <a:rPr lang="en-US" sz="2293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Sprint 6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1877948" y="6914873"/>
            <a:ext cx="2295205" cy="597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7"/>
              </a:lnSpc>
            </a:pPr>
            <a:r>
              <a:rPr lang="en-US" sz="195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IA Avanzada &amp; Ex</a:t>
            </a:r>
            <a:r>
              <a:rPr lang="en-US" sz="195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portaciones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3282969" y="4327047"/>
            <a:ext cx="108787" cy="1355527"/>
          </a:xfrm>
          <a:custGeom>
            <a:avLst/>
            <a:gdLst/>
            <a:ahLst/>
            <a:cxnLst/>
            <a:rect r="r" b="b" t="t" l="l"/>
            <a:pathLst>
              <a:path h="1355527" w="108787">
                <a:moveTo>
                  <a:pt x="0" y="0"/>
                </a:moveTo>
                <a:lnTo>
                  <a:pt x="108786" y="0"/>
                </a:lnTo>
                <a:lnTo>
                  <a:pt x="108786" y="1355527"/>
                </a:lnTo>
                <a:lnTo>
                  <a:pt x="0" y="13555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3325831" y="5255178"/>
            <a:ext cx="23010" cy="70229"/>
            <a:chOff x="0" y="0"/>
            <a:chExt cx="37632" cy="11485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7592" cy="114808"/>
            </a:xfrm>
            <a:custGeom>
              <a:avLst/>
              <a:gdLst/>
              <a:ahLst/>
              <a:cxnLst/>
              <a:rect r="r" b="b" t="t" l="l"/>
              <a:pathLst>
                <a:path h="114808" w="37592">
                  <a:moveTo>
                    <a:pt x="0" y="0"/>
                  </a:moveTo>
                  <a:lnTo>
                    <a:pt x="0" y="114808"/>
                  </a:lnTo>
                  <a:lnTo>
                    <a:pt x="37592" y="114808"/>
                  </a:lnTo>
                  <a:lnTo>
                    <a:pt x="37592" y="0"/>
                  </a:lnTo>
                  <a:close/>
                </a:path>
              </a:pathLst>
            </a:custGeom>
            <a:solidFill>
              <a:srgbClr val="646463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2317258" y="5225057"/>
            <a:ext cx="2068697" cy="576636"/>
            <a:chOff x="0" y="0"/>
            <a:chExt cx="3368107" cy="93883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22195" y="0"/>
              <a:ext cx="3323221" cy="938784"/>
            </a:xfrm>
            <a:custGeom>
              <a:avLst/>
              <a:gdLst/>
              <a:ahLst/>
              <a:cxnLst/>
              <a:rect r="r" b="b" t="t" l="l"/>
              <a:pathLst>
                <a:path h="938784" w="3323221">
                  <a:moveTo>
                    <a:pt x="82453" y="127"/>
                  </a:moveTo>
                  <a:cubicBezTo>
                    <a:pt x="17429" y="127"/>
                    <a:pt x="-22195" y="73279"/>
                    <a:pt x="13365" y="128143"/>
                  </a:cubicBezTo>
                  <a:lnTo>
                    <a:pt x="520349" y="901192"/>
                  </a:lnTo>
                  <a:cubicBezTo>
                    <a:pt x="535589" y="924560"/>
                    <a:pt x="562005" y="938784"/>
                    <a:pt x="589437" y="938784"/>
                  </a:cubicBezTo>
                  <a:lnTo>
                    <a:pt x="3240181" y="938784"/>
                  </a:lnTo>
                  <a:cubicBezTo>
                    <a:pt x="3306221" y="938784"/>
                    <a:pt x="3345845" y="865632"/>
                    <a:pt x="3309269" y="810768"/>
                  </a:cubicBezTo>
                  <a:lnTo>
                    <a:pt x="2802285" y="37592"/>
                  </a:lnTo>
                  <a:cubicBezTo>
                    <a:pt x="2787045" y="14224"/>
                    <a:pt x="2761645" y="0"/>
                    <a:pt x="273319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81034">
                    <a:alpha val="100000"/>
                  </a:srgbClr>
                </a:gs>
                <a:gs pos="28000">
                  <a:srgbClr val="F81034">
                    <a:alpha val="100000"/>
                  </a:srgbClr>
                </a:gs>
                <a:gs pos="100000">
                  <a:srgbClr val="420909">
                    <a:alpha val="100000"/>
                  </a:srgbClr>
                </a:gs>
              </a:gsLst>
              <a:lin ang="7985599"/>
            </a:gra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3368107" cy="957887"/>
            </a:xfrm>
            <a:prstGeom prst="rect">
              <a:avLst/>
            </a:prstGeom>
          </p:spPr>
          <p:txBody>
            <a:bodyPr anchor="ctr" rtlCol="false" tIns="41602" lIns="41602" bIns="41602" rIns="41602"/>
            <a:lstStyle/>
            <a:p>
              <a:pPr algn="ctr">
                <a:lnSpc>
                  <a:spcPts val="2751"/>
                </a:lnSpc>
              </a:pPr>
              <a:r>
                <a:rPr lang="en-US" sz="2293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Sprint 1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2189736" y="3395656"/>
            <a:ext cx="2295205" cy="597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7"/>
              </a:lnSpc>
            </a:pPr>
            <a:r>
              <a:rPr lang="en-US" sz="195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Autenticación de Usuario</a:t>
            </a:r>
          </a:p>
        </p:txBody>
      </p:sp>
      <p:sp>
        <p:nvSpPr>
          <p:cNvPr name="Freeform 40" id="40"/>
          <p:cNvSpPr/>
          <p:nvPr/>
        </p:nvSpPr>
        <p:spPr>
          <a:xfrm flipH="false" flipV="false" rot="0">
            <a:off x="7158118" y="4327047"/>
            <a:ext cx="108787" cy="1355527"/>
          </a:xfrm>
          <a:custGeom>
            <a:avLst/>
            <a:gdLst/>
            <a:ahLst/>
            <a:cxnLst/>
            <a:rect r="r" b="b" t="t" l="l"/>
            <a:pathLst>
              <a:path h="1355527" w="108787">
                <a:moveTo>
                  <a:pt x="0" y="0"/>
                </a:moveTo>
                <a:lnTo>
                  <a:pt x="108786" y="0"/>
                </a:lnTo>
                <a:lnTo>
                  <a:pt x="108786" y="1355527"/>
                </a:lnTo>
                <a:lnTo>
                  <a:pt x="0" y="13555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1" id="41"/>
          <p:cNvGrpSpPr/>
          <p:nvPr/>
        </p:nvGrpSpPr>
        <p:grpSpPr>
          <a:xfrm rot="0">
            <a:off x="7200354" y="5255178"/>
            <a:ext cx="23688" cy="70229"/>
            <a:chOff x="0" y="0"/>
            <a:chExt cx="38741" cy="11485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27" y="0"/>
              <a:ext cx="38481" cy="114808"/>
            </a:xfrm>
            <a:custGeom>
              <a:avLst/>
              <a:gdLst/>
              <a:ahLst/>
              <a:cxnLst/>
              <a:rect r="r" b="b" t="t" l="l"/>
              <a:pathLst>
                <a:path h="114808" w="38481">
                  <a:moveTo>
                    <a:pt x="0" y="0"/>
                  </a:moveTo>
                  <a:lnTo>
                    <a:pt x="0" y="114808"/>
                  </a:lnTo>
                  <a:lnTo>
                    <a:pt x="38481" y="114808"/>
                  </a:lnTo>
                  <a:lnTo>
                    <a:pt x="38481" y="0"/>
                  </a:lnTo>
                  <a:close/>
                </a:path>
              </a:pathLst>
            </a:custGeom>
            <a:solidFill>
              <a:srgbClr val="646463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6209942" y="5225057"/>
            <a:ext cx="2068697" cy="576636"/>
            <a:chOff x="0" y="0"/>
            <a:chExt cx="3368107" cy="938837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22195" y="0"/>
              <a:ext cx="3323275" cy="938784"/>
            </a:xfrm>
            <a:custGeom>
              <a:avLst/>
              <a:gdLst/>
              <a:ahLst/>
              <a:cxnLst/>
              <a:rect r="r" b="b" t="t" l="l"/>
              <a:pathLst>
                <a:path h="938784" w="3323275">
                  <a:moveTo>
                    <a:pt x="82453" y="127"/>
                  </a:moveTo>
                  <a:cubicBezTo>
                    <a:pt x="17429" y="127"/>
                    <a:pt x="-22195" y="73279"/>
                    <a:pt x="13365" y="128143"/>
                  </a:cubicBezTo>
                  <a:lnTo>
                    <a:pt x="520349" y="901192"/>
                  </a:lnTo>
                  <a:cubicBezTo>
                    <a:pt x="535589" y="924560"/>
                    <a:pt x="562005" y="938784"/>
                    <a:pt x="589437" y="938784"/>
                  </a:cubicBezTo>
                  <a:lnTo>
                    <a:pt x="3240181" y="938784"/>
                  </a:lnTo>
                  <a:cubicBezTo>
                    <a:pt x="3306221" y="938784"/>
                    <a:pt x="3345972" y="865632"/>
                    <a:pt x="3309269" y="810768"/>
                  </a:cubicBezTo>
                  <a:lnTo>
                    <a:pt x="2803301" y="37592"/>
                  </a:lnTo>
                  <a:cubicBezTo>
                    <a:pt x="2788061" y="14224"/>
                    <a:pt x="2761518" y="0"/>
                    <a:pt x="273421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81034">
                    <a:alpha val="100000"/>
                  </a:srgbClr>
                </a:gs>
                <a:gs pos="28000">
                  <a:srgbClr val="F81034">
                    <a:alpha val="100000"/>
                  </a:srgbClr>
                </a:gs>
                <a:gs pos="100000">
                  <a:srgbClr val="420909">
                    <a:alpha val="100000"/>
                  </a:srgbClr>
                </a:gs>
              </a:gsLst>
              <a:lin ang="18785599"/>
            </a:gra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9050"/>
              <a:ext cx="3368107" cy="957887"/>
            </a:xfrm>
            <a:prstGeom prst="rect">
              <a:avLst/>
            </a:prstGeom>
          </p:spPr>
          <p:txBody>
            <a:bodyPr anchor="ctr" rtlCol="false" tIns="41602" lIns="41602" bIns="41602" rIns="41602"/>
            <a:lstStyle/>
            <a:p>
              <a:pPr algn="ctr">
                <a:lnSpc>
                  <a:spcPts val="2751"/>
                </a:lnSpc>
              </a:pPr>
              <a:r>
                <a:rPr lang="en-US" sz="2293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Sprint 3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6064605" y="3395656"/>
            <a:ext cx="2295205" cy="597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7"/>
              </a:lnSpc>
            </a:pPr>
            <a:r>
              <a:rPr lang="en-US" sz="195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Entrenamiento</a:t>
            </a:r>
            <a:r>
              <a:rPr lang="en-US" sz="195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 &amp; IA Inicial</a:t>
            </a:r>
          </a:p>
        </p:txBody>
      </p:sp>
      <p:sp>
        <p:nvSpPr>
          <p:cNvPr name="Freeform 47" id="47"/>
          <p:cNvSpPr/>
          <p:nvPr/>
        </p:nvSpPr>
        <p:spPr>
          <a:xfrm flipH="false" flipV="false" rot="0">
            <a:off x="11033267" y="4327047"/>
            <a:ext cx="108787" cy="1355527"/>
          </a:xfrm>
          <a:custGeom>
            <a:avLst/>
            <a:gdLst/>
            <a:ahLst/>
            <a:cxnLst/>
            <a:rect r="r" b="b" t="t" l="l"/>
            <a:pathLst>
              <a:path h="1355527" w="108787">
                <a:moveTo>
                  <a:pt x="0" y="0"/>
                </a:moveTo>
                <a:lnTo>
                  <a:pt x="108786" y="0"/>
                </a:lnTo>
                <a:lnTo>
                  <a:pt x="108786" y="1355527"/>
                </a:lnTo>
                <a:lnTo>
                  <a:pt x="0" y="13555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8" id="48"/>
          <p:cNvGrpSpPr/>
          <p:nvPr/>
        </p:nvGrpSpPr>
        <p:grpSpPr>
          <a:xfrm rot="0">
            <a:off x="11082964" y="5255178"/>
            <a:ext cx="15601" cy="70229"/>
            <a:chOff x="0" y="0"/>
            <a:chExt cx="25515" cy="114859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127" y="0"/>
              <a:ext cx="25273" cy="114808"/>
            </a:xfrm>
            <a:custGeom>
              <a:avLst/>
              <a:gdLst/>
              <a:ahLst/>
              <a:cxnLst/>
              <a:rect r="r" b="b" t="t" l="l"/>
              <a:pathLst>
                <a:path h="114808" w="25273">
                  <a:moveTo>
                    <a:pt x="0" y="0"/>
                  </a:moveTo>
                  <a:lnTo>
                    <a:pt x="0" y="114808"/>
                  </a:lnTo>
                  <a:lnTo>
                    <a:pt x="25273" y="114808"/>
                  </a:lnTo>
                  <a:lnTo>
                    <a:pt x="25273" y="0"/>
                  </a:lnTo>
                  <a:close/>
                </a:path>
              </a:pathLst>
            </a:custGeom>
            <a:solidFill>
              <a:srgbClr val="646463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0102625" y="5225057"/>
            <a:ext cx="2068697" cy="576636"/>
            <a:chOff x="0" y="0"/>
            <a:chExt cx="3368107" cy="938837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22195" y="0"/>
              <a:ext cx="3323275" cy="938784"/>
            </a:xfrm>
            <a:custGeom>
              <a:avLst/>
              <a:gdLst/>
              <a:ahLst/>
              <a:cxnLst/>
              <a:rect r="r" b="b" t="t" l="l"/>
              <a:pathLst>
                <a:path h="938784" w="3323275">
                  <a:moveTo>
                    <a:pt x="82453" y="127"/>
                  </a:moveTo>
                  <a:cubicBezTo>
                    <a:pt x="17429" y="127"/>
                    <a:pt x="-22195" y="73279"/>
                    <a:pt x="13365" y="128143"/>
                  </a:cubicBezTo>
                  <a:lnTo>
                    <a:pt x="520349" y="901192"/>
                  </a:lnTo>
                  <a:cubicBezTo>
                    <a:pt x="535589" y="924560"/>
                    <a:pt x="562132" y="938784"/>
                    <a:pt x="589437" y="938784"/>
                  </a:cubicBezTo>
                  <a:lnTo>
                    <a:pt x="3240181" y="938784"/>
                  </a:lnTo>
                  <a:cubicBezTo>
                    <a:pt x="3306221" y="938784"/>
                    <a:pt x="3345972" y="865632"/>
                    <a:pt x="3309269" y="810768"/>
                  </a:cubicBezTo>
                  <a:lnTo>
                    <a:pt x="2803301" y="37592"/>
                  </a:lnTo>
                  <a:cubicBezTo>
                    <a:pt x="2788061" y="14224"/>
                    <a:pt x="2761645" y="0"/>
                    <a:pt x="273421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81034">
                    <a:alpha val="100000"/>
                  </a:srgbClr>
                </a:gs>
                <a:gs pos="28000">
                  <a:srgbClr val="F81034">
                    <a:alpha val="100000"/>
                  </a:srgbClr>
                </a:gs>
                <a:gs pos="100000">
                  <a:srgbClr val="420909">
                    <a:alpha val="100000"/>
                  </a:srgbClr>
                </a:gs>
              </a:gsLst>
              <a:lin ang="18785599"/>
            </a:gra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3368107" cy="957887"/>
            </a:xfrm>
            <a:prstGeom prst="rect">
              <a:avLst/>
            </a:prstGeom>
          </p:spPr>
          <p:txBody>
            <a:bodyPr anchor="ctr" rtlCol="false" tIns="41602" lIns="41602" bIns="41602" rIns="41602"/>
            <a:lstStyle/>
            <a:p>
              <a:pPr algn="ctr">
                <a:lnSpc>
                  <a:spcPts val="2751"/>
                </a:lnSpc>
              </a:pPr>
              <a:r>
                <a:rPr lang="en-US" sz="2293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Sprint 5</a:t>
              </a: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9939495" y="3395656"/>
            <a:ext cx="2295205" cy="597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7"/>
              </a:lnSpc>
            </a:pPr>
            <a:r>
              <a:rPr lang="en-US" sz="195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Ajust</a:t>
            </a:r>
            <a:r>
              <a:rPr lang="en-US" sz="195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 IA &amp; Reportes Iniciales</a:t>
            </a:r>
          </a:p>
        </p:txBody>
      </p:sp>
      <p:sp>
        <p:nvSpPr>
          <p:cNvPr name="Freeform 54" id="54"/>
          <p:cNvSpPr/>
          <p:nvPr/>
        </p:nvSpPr>
        <p:spPr>
          <a:xfrm flipH="false" flipV="false" rot="0">
            <a:off x="1351301" y="5383649"/>
            <a:ext cx="108787" cy="1355527"/>
          </a:xfrm>
          <a:custGeom>
            <a:avLst/>
            <a:gdLst/>
            <a:ahLst/>
            <a:cxnLst/>
            <a:rect r="r" b="b" t="t" l="l"/>
            <a:pathLst>
              <a:path h="1355527" w="108787">
                <a:moveTo>
                  <a:pt x="0" y="0"/>
                </a:moveTo>
                <a:lnTo>
                  <a:pt x="108787" y="0"/>
                </a:lnTo>
                <a:lnTo>
                  <a:pt x="108787" y="1355528"/>
                </a:lnTo>
                <a:lnTo>
                  <a:pt x="0" y="13555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5" id="55"/>
          <p:cNvGrpSpPr/>
          <p:nvPr/>
        </p:nvGrpSpPr>
        <p:grpSpPr>
          <a:xfrm rot="0">
            <a:off x="1467471" y="5742718"/>
            <a:ext cx="15601" cy="77690"/>
            <a:chOff x="0" y="0"/>
            <a:chExt cx="25515" cy="127061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127" y="127"/>
              <a:ext cx="25400" cy="126873"/>
            </a:xfrm>
            <a:custGeom>
              <a:avLst/>
              <a:gdLst/>
              <a:ahLst/>
              <a:cxnLst/>
              <a:rect r="r" b="b" t="t" l="l"/>
              <a:pathLst>
                <a:path h="126873" w="25400">
                  <a:moveTo>
                    <a:pt x="0" y="0"/>
                  </a:moveTo>
                  <a:lnTo>
                    <a:pt x="0" y="126873"/>
                  </a:lnTo>
                  <a:lnTo>
                    <a:pt x="25400" y="126873"/>
                  </a:lnTo>
                  <a:lnTo>
                    <a:pt x="25400" y="0"/>
                  </a:lnTo>
                  <a:close/>
                </a:path>
              </a:pathLst>
            </a:custGeom>
            <a:solidFill>
              <a:srgbClr val="646463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367886" y="5238725"/>
            <a:ext cx="2068697" cy="576636"/>
            <a:chOff x="0" y="0"/>
            <a:chExt cx="3368107" cy="938837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22249" y="0"/>
              <a:ext cx="3323294" cy="938784"/>
            </a:xfrm>
            <a:custGeom>
              <a:avLst/>
              <a:gdLst/>
              <a:ahLst/>
              <a:cxnLst/>
              <a:rect r="r" b="b" t="t" l="l"/>
              <a:pathLst>
                <a:path h="938784" w="3323294">
                  <a:moveTo>
                    <a:pt x="82399" y="127"/>
                  </a:moveTo>
                  <a:cubicBezTo>
                    <a:pt x="17375" y="127"/>
                    <a:pt x="-22122" y="73279"/>
                    <a:pt x="13311" y="128143"/>
                  </a:cubicBezTo>
                  <a:lnTo>
                    <a:pt x="520422" y="901192"/>
                  </a:lnTo>
                  <a:cubicBezTo>
                    <a:pt x="535662" y="924560"/>
                    <a:pt x="562078" y="938784"/>
                    <a:pt x="589510" y="938784"/>
                  </a:cubicBezTo>
                  <a:lnTo>
                    <a:pt x="3240254" y="938784"/>
                  </a:lnTo>
                  <a:cubicBezTo>
                    <a:pt x="3306294" y="938784"/>
                    <a:pt x="3345918" y="865632"/>
                    <a:pt x="3309342" y="810768"/>
                  </a:cubicBezTo>
                  <a:lnTo>
                    <a:pt x="2802231" y="37592"/>
                  </a:lnTo>
                  <a:cubicBezTo>
                    <a:pt x="2786991" y="14224"/>
                    <a:pt x="2761591" y="0"/>
                    <a:pt x="273314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81034">
                    <a:alpha val="100000"/>
                  </a:srgbClr>
                </a:gs>
                <a:gs pos="28000">
                  <a:srgbClr val="F81034">
                    <a:alpha val="100000"/>
                  </a:srgbClr>
                </a:gs>
                <a:gs pos="100000">
                  <a:srgbClr val="420909">
                    <a:alpha val="100000"/>
                  </a:srgbClr>
                </a:gs>
              </a:gsLst>
              <a:lin ang="18785599"/>
            </a:grad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19050"/>
              <a:ext cx="3368107" cy="957887"/>
            </a:xfrm>
            <a:prstGeom prst="rect">
              <a:avLst/>
            </a:prstGeom>
          </p:spPr>
          <p:txBody>
            <a:bodyPr anchor="ctr" rtlCol="false" tIns="41602" lIns="41602" bIns="41602" rIns="41602"/>
            <a:lstStyle/>
            <a:p>
              <a:pPr algn="ctr">
                <a:lnSpc>
                  <a:spcPts val="2751"/>
                </a:lnSpc>
              </a:pPr>
              <a:r>
                <a:rPr lang="en-US" sz="2293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Sprint 0</a:t>
              </a:r>
            </a:p>
          </p:txBody>
        </p:sp>
      </p:grpSp>
      <p:sp>
        <p:nvSpPr>
          <p:cNvPr name="TextBox 60" id="60"/>
          <p:cNvSpPr txBox="true"/>
          <p:nvPr/>
        </p:nvSpPr>
        <p:spPr>
          <a:xfrm rot="0">
            <a:off x="258077" y="6928449"/>
            <a:ext cx="2295205" cy="303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7"/>
              </a:lnSpc>
            </a:pPr>
            <a:r>
              <a:rPr lang="en-US" sz="195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Kickoff</a:t>
            </a:r>
          </a:p>
        </p:txBody>
      </p:sp>
      <p:sp>
        <p:nvSpPr>
          <p:cNvPr name="Freeform 61" id="61"/>
          <p:cNvSpPr/>
          <p:nvPr/>
        </p:nvSpPr>
        <p:spPr>
          <a:xfrm flipH="false" flipV="false" rot="0">
            <a:off x="16827942" y="5362587"/>
            <a:ext cx="108787" cy="1355527"/>
          </a:xfrm>
          <a:custGeom>
            <a:avLst/>
            <a:gdLst/>
            <a:ahLst/>
            <a:cxnLst/>
            <a:rect r="r" b="b" t="t" l="l"/>
            <a:pathLst>
              <a:path h="1355527" w="108787">
                <a:moveTo>
                  <a:pt x="0" y="0"/>
                </a:moveTo>
                <a:lnTo>
                  <a:pt x="108786" y="0"/>
                </a:lnTo>
                <a:lnTo>
                  <a:pt x="108786" y="1355527"/>
                </a:lnTo>
                <a:lnTo>
                  <a:pt x="0" y="13555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2" id="62"/>
          <p:cNvGrpSpPr/>
          <p:nvPr/>
        </p:nvGrpSpPr>
        <p:grpSpPr>
          <a:xfrm rot="0">
            <a:off x="16944111" y="5721656"/>
            <a:ext cx="15601" cy="77690"/>
            <a:chOff x="0" y="0"/>
            <a:chExt cx="25515" cy="127061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27" y="127"/>
              <a:ext cx="25400" cy="126873"/>
            </a:xfrm>
            <a:custGeom>
              <a:avLst/>
              <a:gdLst/>
              <a:ahLst/>
              <a:cxnLst/>
              <a:rect r="r" b="b" t="t" l="l"/>
              <a:pathLst>
                <a:path h="126873" w="25400">
                  <a:moveTo>
                    <a:pt x="0" y="0"/>
                  </a:moveTo>
                  <a:lnTo>
                    <a:pt x="0" y="126873"/>
                  </a:lnTo>
                  <a:lnTo>
                    <a:pt x="25400" y="126873"/>
                  </a:lnTo>
                  <a:lnTo>
                    <a:pt x="25400" y="0"/>
                  </a:lnTo>
                  <a:close/>
                </a:path>
              </a:pathLst>
            </a:custGeom>
            <a:solidFill>
              <a:srgbClr val="646463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5950414" y="5217518"/>
            <a:ext cx="2068697" cy="576636"/>
            <a:chOff x="0" y="0"/>
            <a:chExt cx="3368107" cy="938837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22249" y="0"/>
              <a:ext cx="3323294" cy="938784"/>
            </a:xfrm>
            <a:custGeom>
              <a:avLst/>
              <a:gdLst/>
              <a:ahLst/>
              <a:cxnLst/>
              <a:rect r="r" b="b" t="t" l="l"/>
              <a:pathLst>
                <a:path h="938784" w="3323294">
                  <a:moveTo>
                    <a:pt x="82399" y="127"/>
                  </a:moveTo>
                  <a:cubicBezTo>
                    <a:pt x="17375" y="127"/>
                    <a:pt x="-22122" y="73279"/>
                    <a:pt x="13311" y="128143"/>
                  </a:cubicBezTo>
                  <a:lnTo>
                    <a:pt x="520422" y="901192"/>
                  </a:lnTo>
                  <a:cubicBezTo>
                    <a:pt x="535662" y="924560"/>
                    <a:pt x="562078" y="938784"/>
                    <a:pt x="589510" y="938784"/>
                  </a:cubicBezTo>
                  <a:lnTo>
                    <a:pt x="3240254" y="938784"/>
                  </a:lnTo>
                  <a:cubicBezTo>
                    <a:pt x="3306294" y="938784"/>
                    <a:pt x="3345918" y="865632"/>
                    <a:pt x="3309342" y="810768"/>
                  </a:cubicBezTo>
                  <a:lnTo>
                    <a:pt x="2802231" y="37592"/>
                  </a:lnTo>
                  <a:cubicBezTo>
                    <a:pt x="2786991" y="14224"/>
                    <a:pt x="2761591" y="0"/>
                    <a:pt x="273314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81034">
                    <a:alpha val="100000"/>
                  </a:srgbClr>
                </a:gs>
                <a:gs pos="28000">
                  <a:srgbClr val="F81034">
                    <a:alpha val="100000"/>
                  </a:srgbClr>
                </a:gs>
                <a:gs pos="100000">
                  <a:srgbClr val="420909">
                    <a:alpha val="100000"/>
                  </a:srgbClr>
                </a:gs>
              </a:gsLst>
              <a:lin ang="18785599"/>
            </a:grad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19050"/>
              <a:ext cx="3368107" cy="957887"/>
            </a:xfrm>
            <a:prstGeom prst="rect">
              <a:avLst/>
            </a:prstGeom>
          </p:spPr>
          <p:txBody>
            <a:bodyPr anchor="ctr" rtlCol="false" tIns="41602" lIns="41602" bIns="41602" rIns="41602"/>
            <a:lstStyle/>
            <a:p>
              <a:pPr algn="ctr">
                <a:lnSpc>
                  <a:spcPts val="2751"/>
                </a:lnSpc>
              </a:pPr>
              <a:r>
                <a:rPr lang="en-US" sz="2293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Sprint 8</a:t>
              </a:r>
            </a:p>
          </p:txBody>
        </p:sp>
      </p:grpSp>
      <p:sp>
        <p:nvSpPr>
          <p:cNvPr name="TextBox 67" id="67"/>
          <p:cNvSpPr txBox="true"/>
          <p:nvPr/>
        </p:nvSpPr>
        <p:spPr>
          <a:xfrm rot="0">
            <a:off x="15734718" y="6907386"/>
            <a:ext cx="2295205" cy="890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7"/>
              </a:lnSpc>
            </a:pPr>
            <a:r>
              <a:rPr lang="en-US" sz="195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QA, Docum</a:t>
            </a:r>
            <a:r>
              <a:rPr lang="en-US" sz="195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entación &amp; Release</a:t>
            </a:r>
          </a:p>
        </p:txBody>
      </p:sp>
      <p:sp>
        <p:nvSpPr>
          <p:cNvPr name="Freeform 68" id="68"/>
          <p:cNvSpPr/>
          <p:nvPr/>
        </p:nvSpPr>
        <p:spPr>
          <a:xfrm flipH="false" flipV="false" rot="0">
            <a:off x="14904165" y="4312073"/>
            <a:ext cx="108787" cy="1355527"/>
          </a:xfrm>
          <a:custGeom>
            <a:avLst/>
            <a:gdLst/>
            <a:ahLst/>
            <a:cxnLst/>
            <a:rect r="r" b="b" t="t" l="l"/>
            <a:pathLst>
              <a:path h="1355527" w="108787">
                <a:moveTo>
                  <a:pt x="0" y="0"/>
                </a:moveTo>
                <a:lnTo>
                  <a:pt x="108787" y="0"/>
                </a:lnTo>
                <a:lnTo>
                  <a:pt x="108787" y="1355527"/>
                </a:lnTo>
                <a:lnTo>
                  <a:pt x="0" y="13555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9" id="69"/>
          <p:cNvGrpSpPr/>
          <p:nvPr/>
        </p:nvGrpSpPr>
        <p:grpSpPr>
          <a:xfrm rot="0">
            <a:off x="14953863" y="5240204"/>
            <a:ext cx="15601" cy="70229"/>
            <a:chOff x="0" y="0"/>
            <a:chExt cx="25515" cy="114859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127" y="0"/>
              <a:ext cx="25273" cy="114808"/>
            </a:xfrm>
            <a:custGeom>
              <a:avLst/>
              <a:gdLst/>
              <a:ahLst/>
              <a:cxnLst/>
              <a:rect r="r" b="b" t="t" l="l"/>
              <a:pathLst>
                <a:path h="114808" w="25273">
                  <a:moveTo>
                    <a:pt x="0" y="0"/>
                  </a:moveTo>
                  <a:lnTo>
                    <a:pt x="0" y="114808"/>
                  </a:lnTo>
                  <a:lnTo>
                    <a:pt x="25273" y="114808"/>
                  </a:lnTo>
                  <a:lnTo>
                    <a:pt x="25273" y="0"/>
                  </a:lnTo>
                  <a:close/>
                </a:path>
              </a:pathLst>
            </a:custGeom>
            <a:solidFill>
              <a:srgbClr val="646463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4000008" y="5209980"/>
            <a:ext cx="2068697" cy="576636"/>
            <a:chOff x="0" y="0"/>
            <a:chExt cx="3368107" cy="938837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22195" y="0"/>
              <a:ext cx="3323275" cy="938784"/>
            </a:xfrm>
            <a:custGeom>
              <a:avLst/>
              <a:gdLst/>
              <a:ahLst/>
              <a:cxnLst/>
              <a:rect r="r" b="b" t="t" l="l"/>
              <a:pathLst>
                <a:path h="938784" w="3323275">
                  <a:moveTo>
                    <a:pt x="82453" y="127"/>
                  </a:moveTo>
                  <a:cubicBezTo>
                    <a:pt x="17429" y="127"/>
                    <a:pt x="-22195" y="73279"/>
                    <a:pt x="13365" y="128143"/>
                  </a:cubicBezTo>
                  <a:lnTo>
                    <a:pt x="520349" y="901192"/>
                  </a:lnTo>
                  <a:cubicBezTo>
                    <a:pt x="535589" y="924560"/>
                    <a:pt x="562132" y="938784"/>
                    <a:pt x="589437" y="938784"/>
                  </a:cubicBezTo>
                  <a:lnTo>
                    <a:pt x="3240181" y="938784"/>
                  </a:lnTo>
                  <a:cubicBezTo>
                    <a:pt x="3306221" y="938784"/>
                    <a:pt x="3345972" y="865632"/>
                    <a:pt x="3309269" y="810768"/>
                  </a:cubicBezTo>
                  <a:lnTo>
                    <a:pt x="2803301" y="37592"/>
                  </a:lnTo>
                  <a:cubicBezTo>
                    <a:pt x="2788061" y="14224"/>
                    <a:pt x="2761645" y="0"/>
                    <a:pt x="273421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81034">
                    <a:alpha val="100000"/>
                  </a:srgbClr>
                </a:gs>
                <a:gs pos="28000">
                  <a:srgbClr val="F81034">
                    <a:alpha val="100000"/>
                  </a:srgbClr>
                </a:gs>
                <a:gs pos="100000">
                  <a:srgbClr val="420909">
                    <a:alpha val="100000"/>
                  </a:srgbClr>
                </a:gs>
              </a:gsLst>
              <a:lin ang="18785599"/>
            </a:grad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19050"/>
              <a:ext cx="3368107" cy="957887"/>
            </a:xfrm>
            <a:prstGeom prst="rect">
              <a:avLst/>
            </a:prstGeom>
          </p:spPr>
          <p:txBody>
            <a:bodyPr anchor="ctr" rtlCol="false" tIns="41602" lIns="41602" bIns="41602" rIns="41602"/>
            <a:lstStyle/>
            <a:p>
              <a:pPr algn="ctr">
                <a:lnSpc>
                  <a:spcPts val="2751"/>
                </a:lnSpc>
              </a:pPr>
              <a:r>
                <a:rPr lang="en-US" sz="2293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Sprint 7</a:t>
              </a:r>
            </a:p>
          </p:txBody>
        </p:sp>
      </p:grpSp>
      <p:sp>
        <p:nvSpPr>
          <p:cNvPr name="TextBox 74" id="74"/>
          <p:cNvSpPr txBox="true"/>
          <p:nvPr/>
        </p:nvSpPr>
        <p:spPr>
          <a:xfrm rot="0">
            <a:off x="13810393" y="3380682"/>
            <a:ext cx="2295205" cy="890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7"/>
              </a:lnSpc>
            </a:pPr>
            <a:r>
              <a:rPr lang="en-US" sz="195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</a:t>
            </a:r>
            <a:r>
              <a:rPr lang="en-US" sz="195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estión de Atletas &amp; Configuración Coach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1"/>
            <a:ext cx="18288000" cy="10286999"/>
          </a:xfrm>
          <a:custGeom>
            <a:avLst/>
            <a:gdLst/>
            <a:ahLst/>
            <a:cxnLst/>
            <a:rect r="r" b="b" t="t" l="l"/>
            <a:pathLst>
              <a:path h="10286999" w="18288000">
                <a:moveTo>
                  <a:pt x="0" y="0"/>
                </a:moveTo>
                <a:lnTo>
                  <a:pt x="18288000" y="0"/>
                </a:lnTo>
                <a:lnTo>
                  <a:pt x="18288000" y="10286999"/>
                </a:lnTo>
                <a:lnTo>
                  <a:pt x="0" y="102869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8136048">
            <a:off x="15387433" y="795159"/>
            <a:ext cx="714008" cy="714008"/>
            <a:chOff x="0" y="0"/>
            <a:chExt cx="952011" cy="95201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51992" cy="951992"/>
            </a:xfrm>
            <a:custGeom>
              <a:avLst/>
              <a:gdLst/>
              <a:ahLst/>
              <a:cxnLst/>
              <a:rect r="r" b="b" t="t" l="l"/>
              <a:pathLst>
                <a:path h="951992" w="951992">
                  <a:moveTo>
                    <a:pt x="0" y="0"/>
                  </a:moveTo>
                  <a:lnTo>
                    <a:pt x="951992" y="0"/>
                  </a:lnTo>
                  <a:lnTo>
                    <a:pt x="634619" y="317373"/>
                  </a:lnTo>
                  <a:lnTo>
                    <a:pt x="317373" y="317373"/>
                  </a:lnTo>
                  <a:lnTo>
                    <a:pt x="317373" y="634619"/>
                  </a:lnTo>
                  <a:lnTo>
                    <a:pt x="0" y="951992"/>
                  </a:lnTo>
                  <a:close/>
                </a:path>
              </a:pathLst>
            </a:custGeom>
            <a:gradFill rotWithShape="true">
              <a:gsLst>
                <a:gs pos="0">
                  <a:srgbClr val="F81034">
                    <a:alpha val="100000"/>
                  </a:srgbClr>
                </a:gs>
                <a:gs pos="79000">
                  <a:srgbClr val="F81034">
                    <a:alpha val="100000"/>
                  </a:srgbClr>
                </a:gs>
                <a:gs pos="100000">
                  <a:srgbClr val="420909">
                    <a:alpha val="100000"/>
                  </a:srgbClr>
                </a:gs>
              </a:gsLst>
              <a:lin ang="18785599"/>
            </a:gradFill>
          </p:spPr>
        </p:sp>
      </p:grpSp>
      <p:grpSp>
        <p:nvGrpSpPr>
          <p:cNvPr name="Group 6" id="6"/>
          <p:cNvGrpSpPr/>
          <p:nvPr/>
        </p:nvGrpSpPr>
        <p:grpSpPr>
          <a:xfrm rot="8136048">
            <a:off x="15911498" y="783210"/>
            <a:ext cx="714008" cy="714008"/>
            <a:chOff x="0" y="0"/>
            <a:chExt cx="952011" cy="95201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51992" cy="951992"/>
            </a:xfrm>
            <a:custGeom>
              <a:avLst/>
              <a:gdLst/>
              <a:ahLst/>
              <a:cxnLst/>
              <a:rect r="r" b="b" t="t" l="l"/>
              <a:pathLst>
                <a:path h="951992" w="951992">
                  <a:moveTo>
                    <a:pt x="0" y="0"/>
                  </a:moveTo>
                  <a:lnTo>
                    <a:pt x="951992" y="0"/>
                  </a:lnTo>
                  <a:lnTo>
                    <a:pt x="634619" y="317373"/>
                  </a:lnTo>
                  <a:lnTo>
                    <a:pt x="317373" y="317373"/>
                  </a:lnTo>
                  <a:lnTo>
                    <a:pt x="317373" y="634619"/>
                  </a:lnTo>
                  <a:lnTo>
                    <a:pt x="0" y="951992"/>
                  </a:lnTo>
                  <a:close/>
                </a:path>
              </a:pathLst>
            </a:custGeom>
            <a:gradFill rotWithShape="true">
              <a:gsLst>
                <a:gs pos="0">
                  <a:srgbClr val="F81034">
                    <a:alpha val="100000"/>
                  </a:srgbClr>
                </a:gs>
                <a:gs pos="28000">
                  <a:srgbClr val="F81034">
                    <a:alpha val="100000"/>
                  </a:srgbClr>
                </a:gs>
                <a:gs pos="100000">
                  <a:srgbClr val="420909">
                    <a:alpha val="100000"/>
                  </a:srgbClr>
                </a:gs>
              </a:gsLst>
              <a:lin ang="18785599"/>
            </a:gradFill>
          </p:spPr>
        </p:sp>
      </p:grpSp>
      <p:grpSp>
        <p:nvGrpSpPr>
          <p:cNvPr name="Group 8" id="8"/>
          <p:cNvGrpSpPr/>
          <p:nvPr/>
        </p:nvGrpSpPr>
        <p:grpSpPr>
          <a:xfrm rot="8136048">
            <a:off x="16437510" y="771218"/>
            <a:ext cx="714008" cy="714008"/>
            <a:chOff x="0" y="0"/>
            <a:chExt cx="952011" cy="95201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51992" cy="951992"/>
            </a:xfrm>
            <a:custGeom>
              <a:avLst/>
              <a:gdLst/>
              <a:ahLst/>
              <a:cxnLst/>
              <a:rect r="r" b="b" t="t" l="l"/>
              <a:pathLst>
                <a:path h="951992" w="951992">
                  <a:moveTo>
                    <a:pt x="0" y="0"/>
                  </a:moveTo>
                  <a:lnTo>
                    <a:pt x="951992" y="0"/>
                  </a:lnTo>
                  <a:lnTo>
                    <a:pt x="634619" y="317373"/>
                  </a:lnTo>
                  <a:lnTo>
                    <a:pt x="317373" y="317373"/>
                  </a:lnTo>
                  <a:lnTo>
                    <a:pt x="317373" y="634619"/>
                  </a:lnTo>
                  <a:lnTo>
                    <a:pt x="0" y="951992"/>
                  </a:lnTo>
                  <a:close/>
                </a:path>
              </a:pathLst>
            </a:custGeom>
            <a:gradFill rotWithShape="true">
              <a:gsLst>
                <a:gs pos="0">
                  <a:srgbClr val="F81034">
                    <a:alpha val="100000"/>
                  </a:srgbClr>
                </a:gs>
                <a:gs pos="43000">
                  <a:srgbClr val="810A26">
                    <a:alpha val="100000"/>
                  </a:srgbClr>
                </a:gs>
                <a:gs pos="100000">
                  <a:srgbClr val="420909">
                    <a:alpha val="100000"/>
                  </a:srgbClr>
                </a:gs>
              </a:gsLst>
              <a:lin ang="5285619"/>
            </a:gradFill>
          </p:spPr>
        </p:sp>
      </p:grpSp>
      <p:grpSp>
        <p:nvGrpSpPr>
          <p:cNvPr name="Group 10" id="10"/>
          <p:cNvGrpSpPr/>
          <p:nvPr/>
        </p:nvGrpSpPr>
        <p:grpSpPr>
          <a:xfrm rot="8136048">
            <a:off x="16954025" y="759442"/>
            <a:ext cx="714008" cy="714008"/>
            <a:chOff x="0" y="0"/>
            <a:chExt cx="952011" cy="95201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51992" cy="951992"/>
            </a:xfrm>
            <a:custGeom>
              <a:avLst/>
              <a:gdLst/>
              <a:ahLst/>
              <a:cxnLst/>
              <a:rect r="r" b="b" t="t" l="l"/>
              <a:pathLst>
                <a:path h="951992" w="951992">
                  <a:moveTo>
                    <a:pt x="0" y="0"/>
                  </a:moveTo>
                  <a:lnTo>
                    <a:pt x="951992" y="0"/>
                  </a:lnTo>
                  <a:lnTo>
                    <a:pt x="634619" y="317373"/>
                  </a:lnTo>
                  <a:lnTo>
                    <a:pt x="317373" y="317373"/>
                  </a:lnTo>
                  <a:lnTo>
                    <a:pt x="317373" y="634619"/>
                  </a:lnTo>
                  <a:lnTo>
                    <a:pt x="0" y="951992"/>
                  </a:lnTo>
                  <a:close/>
                </a:path>
              </a:pathLst>
            </a:custGeom>
            <a:gradFill rotWithShape="true">
              <a:gsLst>
                <a:gs pos="0">
                  <a:srgbClr val="F81034">
                    <a:alpha val="100000"/>
                  </a:srgbClr>
                </a:gs>
                <a:gs pos="9000">
                  <a:srgbClr val="810A26">
                    <a:alpha val="100000"/>
                  </a:srgbClr>
                </a:gs>
                <a:gs pos="100000">
                  <a:srgbClr val="420909">
                    <a:alpha val="100000"/>
                  </a:srgbClr>
                </a:gs>
              </a:gsLst>
              <a:lin ang="5285619"/>
            </a:gra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3384723" y="453707"/>
            <a:ext cx="11518553" cy="1035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39"/>
              </a:lnSpc>
            </a:pPr>
            <a:r>
              <a:rPr lang="en-US" sz="6099" b="true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MOTIVOS DE</a:t>
            </a:r>
            <a:r>
              <a:rPr lang="en-US" sz="6099" b="true">
                <a:solidFill>
                  <a:srgbClr val="FF2525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 </a:t>
            </a:r>
            <a:r>
              <a:rPr lang="en-US" sz="6099" b="true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LOS </a:t>
            </a:r>
            <a:r>
              <a:rPr lang="en-US" sz="6099" b="true">
                <a:solidFill>
                  <a:srgbClr val="FF2525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CAMBIOS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50409" y="2496646"/>
            <a:ext cx="12168937" cy="1355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88"/>
              </a:lnSpc>
            </a:pPr>
            <a:r>
              <a:rPr lang="en-US" sz="276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Ajuste del Número y Duración de Sprints</a:t>
            </a:r>
          </a:p>
          <a:p>
            <a:pPr algn="just" marL="595988" indent="-297994" lvl="1">
              <a:lnSpc>
                <a:spcPts val="3588"/>
              </a:lnSpc>
              <a:buFont typeface="Arial"/>
              <a:buChar char="•"/>
            </a:pPr>
            <a:r>
              <a:rPr lang="en-US" sz="276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Ajustamos de 9 sprints fijos de 2 semanas a 8 sprints de 2–3 semanas.</a:t>
            </a:r>
          </a:p>
          <a:p>
            <a:pPr algn="just">
              <a:lnSpc>
                <a:spcPts val="3588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5368654" y="4286162"/>
            <a:ext cx="12168937" cy="1355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88"/>
              </a:lnSpc>
            </a:pPr>
            <a:r>
              <a:rPr lang="en-US" sz="276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Reordenamiento y Asignación Clara de Responsables</a:t>
            </a:r>
          </a:p>
          <a:p>
            <a:pPr algn="just" marL="595988" indent="-297994" lvl="1">
              <a:lnSpc>
                <a:spcPts val="3588"/>
              </a:lnSpc>
              <a:buFont typeface="Arial"/>
              <a:buChar char="•"/>
            </a:pPr>
            <a:r>
              <a:rPr lang="en-US" sz="276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Reordenamos el plan y definimos responsables claros para cada tarea, asegurando mejor control y seguimiento.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66420" y="6277537"/>
            <a:ext cx="11336916" cy="1355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88"/>
              </a:lnSpc>
            </a:pPr>
            <a:r>
              <a:rPr lang="en-US" sz="276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Sprint Dedicado a IA</a:t>
            </a:r>
          </a:p>
          <a:p>
            <a:pPr algn="just" marL="595988" indent="-297994" lvl="1">
              <a:lnSpc>
                <a:spcPts val="3588"/>
              </a:lnSpc>
              <a:buFont typeface="Arial"/>
              <a:buChar char="•"/>
            </a:pPr>
            <a:r>
              <a:rPr lang="en-US" sz="276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Sprint exclusivo al desarroll</a:t>
            </a:r>
            <a:r>
              <a:rPr lang="en-US" sz="276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 de IA para evitar bloqueos y asegurar calidad en esa área crítica.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239648" y="8232035"/>
            <a:ext cx="12168937" cy="1355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88"/>
              </a:lnSpc>
            </a:pPr>
            <a:r>
              <a:rPr lang="en-US" sz="276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Planificación Flexible por Etapas</a:t>
            </a:r>
          </a:p>
          <a:p>
            <a:pPr algn="just" marL="595988" indent="-297994" lvl="1">
              <a:lnSpc>
                <a:spcPts val="3588"/>
              </a:lnSpc>
              <a:buFont typeface="Arial"/>
              <a:buChar char="•"/>
            </a:pPr>
            <a:r>
              <a:rPr lang="en-US" sz="276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Adoptamos una planificación más flexibl</a:t>
            </a:r>
            <a:r>
              <a:rPr lang="en-US" sz="276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 por etapas, permitiendo ajustar carga sin perder foco.</a:t>
            </a:r>
          </a:p>
        </p:txBody>
      </p:sp>
      <p:grpSp>
        <p:nvGrpSpPr>
          <p:cNvPr name="Group 17" id="17"/>
          <p:cNvGrpSpPr/>
          <p:nvPr/>
        </p:nvGrpSpPr>
        <p:grpSpPr>
          <a:xfrm rot="-2663951">
            <a:off x="2518759" y="8883437"/>
            <a:ext cx="714008" cy="714008"/>
            <a:chOff x="0" y="0"/>
            <a:chExt cx="952011" cy="95201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51992" cy="951992"/>
            </a:xfrm>
            <a:custGeom>
              <a:avLst/>
              <a:gdLst/>
              <a:ahLst/>
              <a:cxnLst/>
              <a:rect r="r" b="b" t="t" l="l"/>
              <a:pathLst>
                <a:path h="951992" w="951992">
                  <a:moveTo>
                    <a:pt x="0" y="0"/>
                  </a:moveTo>
                  <a:lnTo>
                    <a:pt x="951992" y="0"/>
                  </a:lnTo>
                  <a:lnTo>
                    <a:pt x="634619" y="317373"/>
                  </a:lnTo>
                  <a:lnTo>
                    <a:pt x="317373" y="317373"/>
                  </a:lnTo>
                  <a:lnTo>
                    <a:pt x="317373" y="634619"/>
                  </a:lnTo>
                  <a:lnTo>
                    <a:pt x="0" y="951992"/>
                  </a:lnTo>
                  <a:close/>
                </a:path>
              </a:pathLst>
            </a:custGeom>
            <a:gradFill rotWithShape="true">
              <a:gsLst>
                <a:gs pos="0">
                  <a:srgbClr val="F81034">
                    <a:alpha val="100000"/>
                  </a:srgbClr>
                </a:gs>
                <a:gs pos="79000">
                  <a:srgbClr val="F81034">
                    <a:alpha val="100000"/>
                  </a:srgbClr>
                </a:gs>
                <a:gs pos="100000">
                  <a:srgbClr val="420909">
                    <a:alpha val="100000"/>
                  </a:srgbClr>
                </a:gs>
              </a:gsLst>
              <a:lin ang="18785599"/>
            </a:gradFill>
          </p:spPr>
        </p:sp>
      </p:grpSp>
      <p:grpSp>
        <p:nvGrpSpPr>
          <p:cNvPr name="Group 19" id="19"/>
          <p:cNvGrpSpPr/>
          <p:nvPr/>
        </p:nvGrpSpPr>
        <p:grpSpPr>
          <a:xfrm rot="-2663951">
            <a:off x="1994693" y="8895386"/>
            <a:ext cx="714008" cy="714008"/>
            <a:chOff x="0" y="0"/>
            <a:chExt cx="952011" cy="95201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51992" cy="951992"/>
            </a:xfrm>
            <a:custGeom>
              <a:avLst/>
              <a:gdLst/>
              <a:ahLst/>
              <a:cxnLst/>
              <a:rect r="r" b="b" t="t" l="l"/>
              <a:pathLst>
                <a:path h="951992" w="951992">
                  <a:moveTo>
                    <a:pt x="0" y="0"/>
                  </a:moveTo>
                  <a:lnTo>
                    <a:pt x="951992" y="0"/>
                  </a:lnTo>
                  <a:lnTo>
                    <a:pt x="634619" y="317373"/>
                  </a:lnTo>
                  <a:lnTo>
                    <a:pt x="317373" y="317373"/>
                  </a:lnTo>
                  <a:lnTo>
                    <a:pt x="317373" y="634619"/>
                  </a:lnTo>
                  <a:lnTo>
                    <a:pt x="0" y="951992"/>
                  </a:lnTo>
                  <a:close/>
                </a:path>
              </a:pathLst>
            </a:custGeom>
            <a:gradFill rotWithShape="true">
              <a:gsLst>
                <a:gs pos="0">
                  <a:srgbClr val="F81034">
                    <a:alpha val="100000"/>
                  </a:srgbClr>
                </a:gs>
                <a:gs pos="28000">
                  <a:srgbClr val="F81034">
                    <a:alpha val="100000"/>
                  </a:srgbClr>
                </a:gs>
                <a:gs pos="100000">
                  <a:srgbClr val="420909">
                    <a:alpha val="100000"/>
                  </a:srgbClr>
                </a:gs>
              </a:gsLst>
              <a:lin ang="18785599"/>
            </a:gradFill>
          </p:spPr>
        </p:sp>
      </p:grpSp>
      <p:grpSp>
        <p:nvGrpSpPr>
          <p:cNvPr name="Group 21" id="21"/>
          <p:cNvGrpSpPr/>
          <p:nvPr/>
        </p:nvGrpSpPr>
        <p:grpSpPr>
          <a:xfrm rot="-2663951">
            <a:off x="1468682" y="8907378"/>
            <a:ext cx="714008" cy="714008"/>
            <a:chOff x="0" y="0"/>
            <a:chExt cx="952011" cy="95201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51992" cy="951992"/>
            </a:xfrm>
            <a:custGeom>
              <a:avLst/>
              <a:gdLst/>
              <a:ahLst/>
              <a:cxnLst/>
              <a:rect r="r" b="b" t="t" l="l"/>
              <a:pathLst>
                <a:path h="951992" w="951992">
                  <a:moveTo>
                    <a:pt x="0" y="0"/>
                  </a:moveTo>
                  <a:lnTo>
                    <a:pt x="951992" y="0"/>
                  </a:lnTo>
                  <a:lnTo>
                    <a:pt x="634619" y="317373"/>
                  </a:lnTo>
                  <a:lnTo>
                    <a:pt x="317373" y="317373"/>
                  </a:lnTo>
                  <a:lnTo>
                    <a:pt x="317373" y="634619"/>
                  </a:lnTo>
                  <a:lnTo>
                    <a:pt x="0" y="951992"/>
                  </a:lnTo>
                  <a:close/>
                </a:path>
              </a:pathLst>
            </a:custGeom>
            <a:gradFill rotWithShape="true">
              <a:gsLst>
                <a:gs pos="0">
                  <a:srgbClr val="F81034">
                    <a:alpha val="100000"/>
                  </a:srgbClr>
                </a:gs>
                <a:gs pos="43000">
                  <a:srgbClr val="810A26">
                    <a:alpha val="100000"/>
                  </a:srgbClr>
                </a:gs>
                <a:gs pos="100000">
                  <a:srgbClr val="420909">
                    <a:alpha val="100000"/>
                  </a:srgbClr>
                </a:gs>
              </a:gsLst>
              <a:lin ang="5285619"/>
            </a:gradFill>
          </p:spPr>
        </p:sp>
      </p:grpSp>
      <p:grpSp>
        <p:nvGrpSpPr>
          <p:cNvPr name="Group 23" id="23"/>
          <p:cNvGrpSpPr/>
          <p:nvPr/>
        </p:nvGrpSpPr>
        <p:grpSpPr>
          <a:xfrm rot="-2663951">
            <a:off x="952166" y="8919155"/>
            <a:ext cx="714008" cy="714008"/>
            <a:chOff x="0" y="0"/>
            <a:chExt cx="952011" cy="95201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51992" cy="951992"/>
            </a:xfrm>
            <a:custGeom>
              <a:avLst/>
              <a:gdLst/>
              <a:ahLst/>
              <a:cxnLst/>
              <a:rect r="r" b="b" t="t" l="l"/>
              <a:pathLst>
                <a:path h="951992" w="951992">
                  <a:moveTo>
                    <a:pt x="0" y="0"/>
                  </a:moveTo>
                  <a:lnTo>
                    <a:pt x="951992" y="0"/>
                  </a:lnTo>
                  <a:lnTo>
                    <a:pt x="634619" y="317373"/>
                  </a:lnTo>
                  <a:lnTo>
                    <a:pt x="317373" y="317373"/>
                  </a:lnTo>
                  <a:lnTo>
                    <a:pt x="317373" y="634619"/>
                  </a:lnTo>
                  <a:lnTo>
                    <a:pt x="0" y="951992"/>
                  </a:lnTo>
                  <a:close/>
                </a:path>
              </a:pathLst>
            </a:custGeom>
            <a:gradFill rotWithShape="true">
              <a:gsLst>
                <a:gs pos="0">
                  <a:srgbClr val="F81034">
                    <a:alpha val="100000"/>
                  </a:srgbClr>
                </a:gs>
                <a:gs pos="9000">
                  <a:srgbClr val="810A26">
                    <a:alpha val="100000"/>
                  </a:srgbClr>
                </a:gs>
                <a:gs pos="100000">
                  <a:srgbClr val="420909">
                    <a:alpha val="100000"/>
                  </a:srgbClr>
                </a:gs>
              </a:gsLst>
              <a:lin ang="5285619"/>
            </a:grad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8214413">
            <a:off x="17203866" y="8984244"/>
            <a:ext cx="714008" cy="714008"/>
            <a:chOff x="0" y="0"/>
            <a:chExt cx="952011" cy="95201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51992" cy="951992"/>
            </a:xfrm>
            <a:custGeom>
              <a:avLst/>
              <a:gdLst/>
              <a:ahLst/>
              <a:cxnLst/>
              <a:rect r="r" b="b" t="t" l="l"/>
              <a:pathLst>
                <a:path h="951992" w="951992">
                  <a:moveTo>
                    <a:pt x="951992" y="0"/>
                  </a:moveTo>
                  <a:lnTo>
                    <a:pt x="0" y="0"/>
                  </a:lnTo>
                  <a:lnTo>
                    <a:pt x="317373" y="317373"/>
                  </a:lnTo>
                  <a:lnTo>
                    <a:pt x="634619" y="317373"/>
                  </a:lnTo>
                  <a:lnTo>
                    <a:pt x="634619" y="634619"/>
                  </a:lnTo>
                  <a:lnTo>
                    <a:pt x="951992" y="951992"/>
                  </a:lnTo>
                  <a:close/>
                </a:path>
              </a:pathLst>
            </a:custGeom>
            <a:gradFill rotWithShape="true">
              <a:gsLst>
                <a:gs pos="0">
                  <a:srgbClr val="F81034">
                    <a:alpha val="100000"/>
                  </a:srgbClr>
                </a:gs>
                <a:gs pos="79000">
                  <a:srgbClr val="F81034">
                    <a:alpha val="100000"/>
                  </a:srgbClr>
                </a:gs>
                <a:gs pos="100000">
                  <a:srgbClr val="420909">
                    <a:alpha val="100000"/>
                  </a:srgbClr>
                </a:gs>
              </a:gsLst>
              <a:lin ang="13614425"/>
            </a:gradFill>
          </p:spPr>
        </p:sp>
      </p:grpSp>
      <p:grpSp>
        <p:nvGrpSpPr>
          <p:cNvPr name="Group 5" id="5"/>
          <p:cNvGrpSpPr/>
          <p:nvPr/>
        </p:nvGrpSpPr>
        <p:grpSpPr>
          <a:xfrm rot="-8214413">
            <a:off x="16679664" y="8984244"/>
            <a:ext cx="714008" cy="714008"/>
            <a:chOff x="0" y="0"/>
            <a:chExt cx="952011" cy="95201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51992" cy="951992"/>
            </a:xfrm>
            <a:custGeom>
              <a:avLst/>
              <a:gdLst/>
              <a:ahLst/>
              <a:cxnLst/>
              <a:rect r="r" b="b" t="t" l="l"/>
              <a:pathLst>
                <a:path h="951992" w="951992">
                  <a:moveTo>
                    <a:pt x="951992" y="0"/>
                  </a:moveTo>
                  <a:lnTo>
                    <a:pt x="0" y="0"/>
                  </a:lnTo>
                  <a:lnTo>
                    <a:pt x="317373" y="317373"/>
                  </a:lnTo>
                  <a:lnTo>
                    <a:pt x="634619" y="317373"/>
                  </a:lnTo>
                  <a:lnTo>
                    <a:pt x="634619" y="634619"/>
                  </a:lnTo>
                  <a:lnTo>
                    <a:pt x="951992" y="951992"/>
                  </a:lnTo>
                  <a:close/>
                </a:path>
              </a:pathLst>
            </a:custGeom>
            <a:gradFill rotWithShape="true">
              <a:gsLst>
                <a:gs pos="0">
                  <a:srgbClr val="F81034">
                    <a:alpha val="100000"/>
                  </a:srgbClr>
                </a:gs>
                <a:gs pos="28000">
                  <a:srgbClr val="F81034">
                    <a:alpha val="100000"/>
                  </a:srgbClr>
                </a:gs>
                <a:gs pos="100000">
                  <a:srgbClr val="420909">
                    <a:alpha val="100000"/>
                  </a:srgbClr>
                </a:gs>
              </a:gsLst>
              <a:lin ang="13614425"/>
            </a:gradFill>
          </p:spPr>
        </p:sp>
      </p:grpSp>
      <p:grpSp>
        <p:nvGrpSpPr>
          <p:cNvPr name="Group 7" id="7"/>
          <p:cNvGrpSpPr/>
          <p:nvPr/>
        </p:nvGrpSpPr>
        <p:grpSpPr>
          <a:xfrm rot="-8214413">
            <a:off x="16153516" y="8984244"/>
            <a:ext cx="714008" cy="714008"/>
            <a:chOff x="0" y="0"/>
            <a:chExt cx="952011" cy="95201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51992" cy="951992"/>
            </a:xfrm>
            <a:custGeom>
              <a:avLst/>
              <a:gdLst/>
              <a:ahLst/>
              <a:cxnLst/>
              <a:rect r="r" b="b" t="t" l="l"/>
              <a:pathLst>
                <a:path h="951992" w="951992">
                  <a:moveTo>
                    <a:pt x="951992" y="0"/>
                  </a:moveTo>
                  <a:lnTo>
                    <a:pt x="0" y="0"/>
                  </a:lnTo>
                  <a:lnTo>
                    <a:pt x="317373" y="317373"/>
                  </a:lnTo>
                  <a:lnTo>
                    <a:pt x="634619" y="317373"/>
                  </a:lnTo>
                  <a:lnTo>
                    <a:pt x="634619" y="634619"/>
                  </a:lnTo>
                  <a:lnTo>
                    <a:pt x="951992" y="951992"/>
                  </a:lnTo>
                  <a:close/>
                </a:path>
              </a:pathLst>
            </a:custGeom>
            <a:gradFill rotWithShape="true">
              <a:gsLst>
                <a:gs pos="0">
                  <a:srgbClr val="F81034">
                    <a:alpha val="100000"/>
                  </a:srgbClr>
                </a:gs>
                <a:gs pos="43000">
                  <a:srgbClr val="810A26">
                    <a:alpha val="100000"/>
                  </a:srgbClr>
                </a:gs>
                <a:gs pos="100000">
                  <a:srgbClr val="420909">
                    <a:alpha val="100000"/>
                  </a:srgbClr>
                </a:gs>
              </a:gsLst>
              <a:lin ang="114445"/>
            </a:gradFill>
          </p:spPr>
        </p:sp>
      </p:grpSp>
      <p:grpSp>
        <p:nvGrpSpPr>
          <p:cNvPr name="Group 9" id="9"/>
          <p:cNvGrpSpPr/>
          <p:nvPr/>
        </p:nvGrpSpPr>
        <p:grpSpPr>
          <a:xfrm rot="-8214413">
            <a:off x="15636866" y="8984244"/>
            <a:ext cx="714008" cy="714008"/>
            <a:chOff x="0" y="0"/>
            <a:chExt cx="952011" cy="95201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51992" cy="951992"/>
            </a:xfrm>
            <a:custGeom>
              <a:avLst/>
              <a:gdLst/>
              <a:ahLst/>
              <a:cxnLst/>
              <a:rect r="r" b="b" t="t" l="l"/>
              <a:pathLst>
                <a:path h="951992" w="951992">
                  <a:moveTo>
                    <a:pt x="951992" y="0"/>
                  </a:moveTo>
                  <a:lnTo>
                    <a:pt x="0" y="0"/>
                  </a:lnTo>
                  <a:lnTo>
                    <a:pt x="317373" y="317373"/>
                  </a:lnTo>
                  <a:lnTo>
                    <a:pt x="634619" y="317373"/>
                  </a:lnTo>
                  <a:lnTo>
                    <a:pt x="634619" y="634619"/>
                  </a:lnTo>
                  <a:lnTo>
                    <a:pt x="951992" y="951992"/>
                  </a:lnTo>
                  <a:close/>
                </a:path>
              </a:pathLst>
            </a:custGeom>
            <a:gradFill rotWithShape="true">
              <a:gsLst>
                <a:gs pos="0">
                  <a:srgbClr val="F81034">
                    <a:alpha val="100000"/>
                  </a:srgbClr>
                </a:gs>
                <a:gs pos="9000">
                  <a:srgbClr val="810A26">
                    <a:alpha val="100000"/>
                  </a:srgbClr>
                </a:gs>
                <a:gs pos="100000">
                  <a:srgbClr val="420909">
                    <a:alpha val="100000"/>
                  </a:srgbClr>
                </a:gs>
              </a:gsLst>
              <a:lin ang="114445"/>
            </a:gra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491000" y="408042"/>
            <a:ext cx="7618372" cy="1943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36"/>
              </a:lnSpc>
            </a:pPr>
            <a:r>
              <a:rPr lang="en-US" sz="5597" b="true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SPRINT </a:t>
            </a:r>
            <a:r>
              <a:rPr lang="en-US" sz="5597" b="true">
                <a:solidFill>
                  <a:srgbClr val="F81034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PLANNING </a:t>
            </a:r>
            <a:r>
              <a:rPr lang="en-US" sz="5597" b="true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(FINAL)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6123294" y="5361760"/>
            <a:ext cx="110968" cy="1382711"/>
          </a:xfrm>
          <a:custGeom>
            <a:avLst/>
            <a:gdLst/>
            <a:ahLst/>
            <a:cxnLst/>
            <a:rect r="r" b="b" t="t" l="l"/>
            <a:pathLst>
              <a:path h="1382711" w="110968">
                <a:moveTo>
                  <a:pt x="0" y="0"/>
                </a:moveTo>
                <a:lnTo>
                  <a:pt x="110968" y="0"/>
                </a:lnTo>
                <a:lnTo>
                  <a:pt x="110968" y="1382711"/>
                </a:lnTo>
                <a:lnTo>
                  <a:pt x="0" y="13827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6241793" y="5728029"/>
            <a:ext cx="15913" cy="79248"/>
            <a:chOff x="0" y="0"/>
            <a:chExt cx="25515" cy="12706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27" y="127"/>
              <a:ext cx="25400" cy="126873"/>
            </a:xfrm>
            <a:custGeom>
              <a:avLst/>
              <a:gdLst/>
              <a:ahLst/>
              <a:cxnLst/>
              <a:rect r="r" b="b" t="t" l="l"/>
              <a:pathLst>
                <a:path h="126873" w="25400">
                  <a:moveTo>
                    <a:pt x="0" y="0"/>
                  </a:moveTo>
                  <a:lnTo>
                    <a:pt x="0" y="126873"/>
                  </a:lnTo>
                  <a:lnTo>
                    <a:pt x="25400" y="126873"/>
                  </a:lnTo>
                  <a:lnTo>
                    <a:pt x="25400" y="0"/>
                  </a:lnTo>
                  <a:close/>
                </a:path>
              </a:pathLst>
            </a:custGeom>
            <a:solidFill>
              <a:srgbClr val="646463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5133428" y="5222656"/>
            <a:ext cx="2103090" cy="586222"/>
            <a:chOff x="0" y="0"/>
            <a:chExt cx="3368107" cy="93883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22249" y="0"/>
              <a:ext cx="3323294" cy="938784"/>
            </a:xfrm>
            <a:custGeom>
              <a:avLst/>
              <a:gdLst/>
              <a:ahLst/>
              <a:cxnLst/>
              <a:rect r="r" b="b" t="t" l="l"/>
              <a:pathLst>
                <a:path h="938784" w="3323294">
                  <a:moveTo>
                    <a:pt x="82399" y="127"/>
                  </a:moveTo>
                  <a:cubicBezTo>
                    <a:pt x="17375" y="127"/>
                    <a:pt x="-22122" y="73279"/>
                    <a:pt x="13311" y="128143"/>
                  </a:cubicBezTo>
                  <a:lnTo>
                    <a:pt x="520422" y="901192"/>
                  </a:lnTo>
                  <a:cubicBezTo>
                    <a:pt x="535662" y="924560"/>
                    <a:pt x="562078" y="938784"/>
                    <a:pt x="589510" y="938784"/>
                  </a:cubicBezTo>
                  <a:lnTo>
                    <a:pt x="3240254" y="938784"/>
                  </a:lnTo>
                  <a:cubicBezTo>
                    <a:pt x="3306294" y="938784"/>
                    <a:pt x="3345918" y="865632"/>
                    <a:pt x="3309342" y="810768"/>
                  </a:cubicBezTo>
                  <a:lnTo>
                    <a:pt x="2802231" y="37592"/>
                  </a:lnTo>
                  <a:cubicBezTo>
                    <a:pt x="2786991" y="14224"/>
                    <a:pt x="2761591" y="0"/>
                    <a:pt x="273314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81034">
                    <a:alpha val="100000"/>
                  </a:srgbClr>
                </a:gs>
                <a:gs pos="28000">
                  <a:srgbClr val="F81034">
                    <a:alpha val="100000"/>
                  </a:srgbClr>
                </a:gs>
                <a:gs pos="100000">
                  <a:srgbClr val="420909">
                    <a:alpha val="100000"/>
                  </a:srgbClr>
                </a:gs>
              </a:gsLst>
              <a:lin ang="2814425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3368107" cy="948362"/>
            </a:xfrm>
            <a:prstGeom prst="rect">
              <a:avLst/>
            </a:prstGeom>
          </p:spPr>
          <p:txBody>
            <a:bodyPr anchor="ctr" rtlCol="false" tIns="42294" lIns="42294" bIns="42294" rIns="42294"/>
            <a:lstStyle/>
            <a:p>
              <a:pPr algn="ctr">
                <a:lnSpc>
                  <a:spcPts val="2797"/>
                </a:lnSpc>
              </a:pPr>
              <a:r>
                <a:rPr lang="en-US" sz="2331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Sprint 2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5008146" y="6956779"/>
            <a:ext cx="2341233" cy="589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4"/>
              </a:lnSpc>
            </a:pPr>
            <a:r>
              <a:rPr lang="en-US" sz="199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lang="en-US" sz="199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erfil &amp; Sesión Persistente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194706" y="5728029"/>
            <a:ext cx="15860" cy="79248"/>
            <a:chOff x="0" y="0"/>
            <a:chExt cx="25429" cy="12706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127"/>
              <a:ext cx="25400" cy="126873"/>
            </a:xfrm>
            <a:custGeom>
              <a:avLst/>
              <a:gdLst/>
              <a:ahLst/>
              <a:cxnLst/>
              <a:rect r="r" b="b" t="t" l="l"/>
              <a:pathLst>
                <a:path h="126873" w="25400">
                  <a:moveTo>
                    <a:pt x="0" y="0"/>
                  </a:moveTo>
                  <a:lnTo>
                    <a:pt x="0" y="126873"/>
                  </a:lnTo>
                  <a:lnTo>
                    <a:pt x="25400" y="126873"/>
                  </a:lnTo>
                  <a:lnTo>
                    <a:pt x="25400" y="0"/>
                  </a:lnTo>
                  <a:close/>
                </a:path>
              </a:pathLst>
            </a:custGeom>
            <a:solidFill>
              <a:srgbClr val="646463"/>
            </a:solidFill>
          </p:spPr>
        </p:sp>
      </p:grpSp>
      <p:sp>
        <p:nvSpPr>
          <p:cNvPr name="Freeform 21" id="21"/>
          <p:cNvSpPr/>
          <p:nvPr/>
        </p:nvSpPr>
        <p:spPr>
          <a:xfrm flipH="false" flipV="false" rot="0">
            <a:off x="10076181" y="5361760"/>
            <a:ext cx="110968" cy="1382711"/>
          </a:xfrm>
          <a:custGeom>
            <a:avLst/>
            <a:gdLst/>
            <a:ahLst/>
            <a:cxnLst/>
            <a:rect r="r" b="b" t="t" l="l"/>
            <a:pathLst>
              <a:path h="1382711" w="110968">
                <a:moveTo>
                  <a:pt x="0" y="0"/>
                </a:moveTo>
                <a:lnTo>
                  <a:pt x="110968" y="0"/>
                </a:lnTo>
                <a:lnTo>
                  <a:pt x="110968" y="1382711"/>
                </a:lnTo>
                <a:lnTo>
                  <a:pt x="0" y="13827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9090828" y="5222656"/>
            <a:ext cx="2103143" cy="586222"/>
            <a:chOff x="0" y="0"/>
            <a:chExt cx="3368192" cy="93883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22301" y="0"/>
              <a:ext cx="3323242" cy="938784"/>
            </a:xfrm>
            <a:custGeom>
              <a:avLst/>
              <a:gdLst/>
              <a:ahLst/>
              <a:cxnLst/>
              <a:rect r="r" b="b" t="t" l="l"/>
              <a:pathLst>
                <a:path h="938784" w="3323242">
                  <a:moveTo>
                    <a:pt x="82347" y="127"/>
                  </a:moveTo>
                  <a:cubicBezTo>
                    <a:pt x="17323" y="127"/>
                    <a:pt x="-22174" y="73279"/>
                    <a:pt x="13386" y="128143"/>
                  </a:cubicBezTo>
                  <a:lnTo>
                    <a:pt x="520370" y="901192"/>
                  </a:lnTo>
                  <a:cubicBezTo>
                    <a:pt x="535610" y="924560"/>
                    <a:pt x="562026" y="938784"/>
                    <a:pt x="589458" y="938784"/>
                  </a:cubicBezTo>
                  <a:lnTo>
                    <a:pt x="3240202" y="938784"/>
                  </a:lnTo>
                  <a:cubicBezTo>
                    <a:pt x="3306242" y="938784"/>
                    <a:pt x="3345866" y="865632"/>
                    <a:pt x="3309290" y="810768"/>
                  </a:cubicBezTo>
                  <a:lnTo>
                    <a:pt x="2803195" y="37592"/>
                  </a:lnTo>
                  <a:cubicBezTo>
                    <a:pt x="2787955" y="14224"/>
                    <a:pt x="2761539" y="0"/>
                    <a:pt x="273410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81034">
                    <a:alpha val="100000"/>
                  </a:srgbClr>
                </a:gs>
                <a:gs pos="50000">
                  <a:srgbClr val="F81034">
                    <a:alpha val="100000"/>
                  </a:srgbClr>
                </a:gs>
                <a:gs pos="100000">
                  <a:srgbClr val="420909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3368192" cy="948362"/>
            </a:xfrm>
            <a:prstGeom prst="rect">
              <a:avLst/>
            </a:prstGeom>
          </p:spPr>
          <p:txBody>
            <a:bodyPr anchor="ctr" rtlCol="false" tIns="42294" lIns="42294" bIns="42294" rIns="42294"/>
            <a:lstStyle/>
            <a:p>
              <a:pPr algn="ctr">
                <a:lnSpc>
                  <a:spcPts val="2797"/>
                </a:lnSpc>
              </a:pPr>
              <a:r>
                <a:rPr lang="en-US" sz="2331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Sprint 4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8961199" y="6956779"/>
            <a:ext cx="2341233" cy="589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4"/>
              </a:lnSpc>
            </a:pPr>
            <a:r>
              <a:rPr lang="en-US" sz="199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Ch</a:t>
            </a:r>
            <a:r>
              <a:rPr lang="en-US" sz="199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eck-in &amp; Ajustes con IA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4029360" y="5361760"/>
            <a:ext cx="110968" cy="1382711"/>
          </a:xfrm>
          <a:custGeom>
            <a:avLst/>
            <a:gdLst/>
            <a:ahLst/>
            <a:cxnLst/>
            <a:rect r="r" b="b" t="t" l="l"/>
            <a:pathLst>
              <a:path h="1382711" w="110968">
                <a:moveTo>
                  <a:pt x="0" y="0"/>
                </a:moveTo>
                <a:lnTo>
                  <a:pt x="110968" y="0"/>
                </a:lnTo>
                <a:lnTo>
                  <a:pt x="110968" y="1382711"/>
                </a:lnTo>
                <a:lnTo>
                  <a:pt x="0" y="13827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14146928" y="5728029"/>
            <a:ext cx="8303" cy="79248"/>
            <a:chOff x="0" y="0"/>
            <a:chExt cx="13312" cy="12706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127"/>
              <a:ext cx="13208" cy="126873"/>
            </a:xfrm>
            <a:custGeom>
              <a:avLst/>
              <a:gdLst/>
              <a:ahLst/>
              <a:cxnLst/>
              <a:rect r="r" b="b" t="t" l="l"/>
              <a:pathLst>
                <a:path h="126873" w="13208">
                  <a:moveTo>
                    <a:pt x="0" y="0"/>
                  </a:moveTo>
                  <a:lnTo>
                    <a:pt x="0" y="126873"/>
                  </a:lnTo>
                  <a:lnTo>
                    <a:pt x="13208" y="126873"/>
                  </a:lnTo>
                  <a:lnTo>
                    <a:pt x="13208" y="0"/>
                  </a:lnTo>
                  <a:close/>
                </a:path>
              </a:pathLst>
            </a:custGeom>
            <a:solidFill>
              <a:srgbClr val="646463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3063468" y="5222656"/>
            <a:ext cx="2073305" cy="586222"/>
            <a:chOff x="0" y="0"/>
            <a:chExt cx="3320405" cy="93883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33519" y="127"/>
              <a:ext cx="3252901" cy="938657"/>
            </a:xfrm>
            <a:custGeom>
              <a:avLst/>
              <a:gdLst/>
              <a:ahLst/>
              <a:cxnLst/>
              <a:rect r="r" b="b" t="t" l="l"/>
              <a:pathLst>
                <a:path h="938657" w="3252901">
                  <a:moveTo>
                    <a:pt x="122945" y="0"/>
                  </a:moveTo>
                  <a:cubicBezTo>
                    <a:pt x="25409" y="0"/>
                    <a:pt x="-33392" y="108585"/>
                    <a:pt x="20456" y="190881"/>
                  </a:cubicBezTo>
                  <a:lnTo>
                    <a:pt x="472576" y="882777"/>
                  </a:lnTo>
                  <a:cubicBezTo>
                    <a:pt x="495944" y="917321"/>
                    <a:pt x="534552" y="938657"/>
                    <a:pt x="576208" y="938657"/>
                  </a:cubicBezTo>
                  <a:lnTo>
                    <a:pt x="3129416" y="938657"/>
                  </a:lnTo>
                  <a:cubicBezTo>
                    <a:pt x="3226952" y="938657"/>
                    <a:pt x="3286896" y="828929"/>
                    <a:pt x="3232032" y="746633"/>
                  </a:cubicBezTo>
                  <a:lnTo>
                    <a:pt x="2779785" y="55753"/>
                  </a:lnTo>
                  <a:cubicBezTo>
                    <a:pt x="2756417" y="21336"/>
                    <a:pt x="2717809" y="0"/>
                    <a:pt x="267615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81034">
                    <a:alpha val="100000"/>
                  </a:srgbClr>
                </a:gs>
                <a:gs pos="28000">
                  <a:srgbClr val="F81034">
                    <a:alpha val="100000"/>
                  </a:srgbClr>
                </a:gs>
                <a:gs pos="100000">
                  <a:srgbClr val="420909">
                    <a:alpha val="100000"/>
                  </a:srgbClr>
                </a:gs>
              </a:gsLst>
              <a:lin ang="18785599"/>
            </a:gra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3320405" cy="948362"/>
            </a:xfrm>
            <a:prstGeom prst="rect">
              <a:avLst/>
            </a:prstGeom>
          </p:spPr>
          <p:txBody>
            <a:bodyPr anchor="ctr" rtlCol="false" tIns="42294" lIns="42294" bIns="42294" rIns="42294"/>
            <a:lstStyle/>
            <a:p>
              <a:pPr algn="ctr">
                <a:lnSpc>
                  <a:spcPts val="2797"/>
                </a:lnSpc>
              </a:pPr>
              <a:r>
                <a:rPr lang="en-US" sz="2331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Sprint 6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2914231" y="6956779"/>
            <a:ext cx="2341233" cy="290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4"/>
              </a:lnSpc>
            </a:pPr>
            <a:r>
              <a:rPr lang="en-US" sz="199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</a:t>
            </a:r>
            <a:r>
              <a:rPr lang="en-US" sz="199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eportes &amp; UX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4146890" y="4297816"/>
            <a:ext cx="110968" cy="1382711"/>
          </a:xfrm>
          <a:custGeom>
            <a:avLst/>
            <a:gdLst/>
            <a:ahLst/>
            <a:cxnLst/>
            <a:rect r="r" b="b" t="t" l="l"/>
            <a:pathLst>
              <a:path h="1382711" w="110968">
                <a:moveTo>
                  <a:pt x="0" y="0"/>
                </a:moveTo>
                <a:lnTo>
                  <a:pt x="110968" y="0"/>
                </a:lnTo>
                <a:lnTo>
                  <a:pt x="110968" y="1382711"/>
                </a:lnTo>
                <a:lnTo>
                  <a:pt x="0" y="13827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4190612" y="5244560"/>
            <a:ext cx="23471" cy="71637"/>
            <a:chOff x="0" y="0"/>
            <a:chExt cx="37632" cy="11485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7592" cy="114808"/>
            </a:xfrm>
            <a:custGeom>
              <a:avLst/>
              <a:gdLst/>
              <a:ahLst/>
              <a:cxnLst/>
              <a:rect r="r" b="b" t="t" l="l"/>
              <a:pathLst>
                <a:path h="114808" w="37592">
                  <a:moveTo>
                    <a:pt x="0" y="0"/>
                  </a:moveTo>
                  <a:lnTo>
                    <a:pt x="0" y="114808"/>
                  </a:lnTo>
                  <a:lnTo>
                    <a:pt x="37592" y="114808"/>
                  </a:lnTo>
                  <a:lnTo>
                    <a:pt x="37592" y="0"/>
                  </a:lnTo>
                  <a:close/>
                </a:path>
              </a:pathLst>
            </a:custGeom>
            <a:solidFill>
              <a:srgbClr val="646463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3154754" y="5222656"/>
            <a:ext cx="2103090" cy="586222"/>
            <a:chOff x="0" y="0"/>
            <a:chExt cx="3368107" cy="93883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22195" y="0"/>
              <a:ext cx="3323221" cy="938784"/>
            </a:xfrm>
            <a:custGeom>
              <a:avLst/>
              <a:gdLst/>
              <a:ahLst/>
              <a:cxnLst/>
              <a:rect r="r" b="b" t="t" l="l"/>
              <a:pathLst>
                <a:path h="938784" w="3323221">
                  <a:moveTo>
                    <a:pt x="82453" y="127"/>
                  </a:moveTo>
                  <a:cubicBezTo>
                    <a:pt x="17429" y="127"/>
                    <a:pt x="-22195" y="73279"/>
                    <a:pt x="13365" y="128143"/>
                  </a:cubicBezTo>
                  <a:lnTo>
                    <a:pt x="520349" y="901192"/>
                  </a:lnTo>
                  <a:cubicBezTo>
                    <a:pt x="535589" y="924560"/>
                    <a:pt x="562005" y="938784"/>
                    <a:pt x="589437" y="938784"/>
                  </a:cubicBezTo>
                  <a:lnTo>
                    <a:pt x="3240181" y="938784"/>
                  </a:lnTo>
                  <a:cubicBezTo>
                    <a:pt x="3306221" y="938784"/>
                    <a:pt x="3345845" y="865632"/>
                    <a:pt x="3309269" y="810768"/>
                  </a:cubicBezTo>
                  <a:lnTo>
                    <a:pt x="2802285" y="37592"/>
                  </a:lnTo>
                  <a:cubicBezTo>
                    <a:pt x="2787045" y="14224"/>
                    <a:pt x="2761645" y="0"/>
                    <a:pt x="273319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81034">
                    <a:alpha val="100000"/>
                  </a:srgbClr>
                </a:gs>
                <a:gs pos="28000">
                  <a:srgbClr val="F81034">
                    <a:alpha val="100000"/>
                  </a:srgbClr>
                </a:gs>
                <a:gs pos="100000">
                  <a:srgbClr val="420909">
                    <a:alpha val="100000"/>
                  </a:srgbClr>
                </a:gs>
              </a:gsLst>
              <a:lin ang="7985599"/>
            </a:gra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3368107" cy="948362"/>
            </a:xfrm>
            <a:prstGeom prst="rect">
              <a:avLst/>
            </a:prstGeom>
          </p:spPr>
          <p:txBody>
            <a:bodyPr anchor="ctr" rtlCol="false" tIns="42294" lIns="42294" bIns="42294" rIns="42294"/>
            <a:lstStyle/>
            <a:p>
              <a:pPr algn="ctr">
                <a:lnSpc>
                  <a:spcPts val="2797"/>
                </a:lnSpc>
              </a:pPr>
              <a:r>
                <a:rPr lang="en-US" sz="2331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Sprint 1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3031734" y="3366989"/>
            <a:ext cx="2341233" cy="589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4"/>
              </a:lnSpc>
            </a:pPr>
            <a:r>
              <a:rPr lang="en-US" sz="199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Autenticación de Usuario</a:t>
            </a:r>
          </a:p>
        </p:txBody>
      </p:sp>
      <p:sp>
        <p:nvSpPr>
          <p:cNvPr name="Freeform 40" id="40"/>
          <p:cNvSpPr/>
          <p:nvPr/>
        </p:nvSpPr>
        <p:spPr>
          <a:xfrm flipH="false" flipV="false" rot="0">
            <a:off x="8099750" y="4297816"/>
            <a:ext cx="110968" cy="1382711"/>
          </a:xfrm>
          <a:custGeom>
            <a:avLst/>
            <a:gdLst/>
            <a:ahLst/>
            <a:cxnLst/>
            <a:rect r="r" b="b" t="t" l="l"/>
            <a:pathLst>
              <a:path h="1382711" w="110968">
                <a:moveTo>
                  <a:pt x="0" y="0"/>
                </a:moveTo>
                <a:lnTo>
                  <a:pt x="110968" y="0"/>
                </a:lnTo>
                <a:lnTo>
                  <a:pt x="110968" y="1382711"/>
                </a:lnTo>
                <a:lnTo>
                  <a:pt x="0" y="13827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1" id="41"/>
          <p:cNvGrpSpPr/>
          <p:nvPr/>
        </p:nvGrpSpPr>
        <p:grpSpPr>
          <a:xfrm rot="0">
            <a:off x="8142834" y="5244560"/>
            <a:ext cx="24163" cy="71637"/>
            <a:chOff x="0" y="0"/>
            <a:chExt cx="38741" cy="11485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27" y="0"/>
              <a:ext cx="38481" cy="114808"/>
            </a:xfrm>
            <a:custGeom>
              <a:avLst/>
              <a:gdLst/>
              <a:ahLst/>
              <a:cxnLst/>
              <a:rect r="r" b="b" t="t" l="l"/>
              <a:pathLst>
                <a:path h="114808" w="38481">
                  <a:moveTo>
                    <a:pt x="0" y="0"/>
                  </a:moveTo>
                  <a:lnTo>
                    <a:pt x="0" y="114808"/>
                  </a:lnTo>
                  <a:lnTo>
                    <a:pt x="38481" y="114808"/>
                  </a:lnTo>
                  <a:lnTo>
                    <a:pt x="38481" y="0"/>
                  </a:lnTo>
                  <a:close/>
                </a:path>
              </a:pathLst>
            </a:custGeom>
            <a:solidFill>
              <a:srgbClr val="646463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7112155" y="5222656"/>
            <a:ext cx="2103090" cy="586222"/>
            <a:chOff x="0" y="0"/>
            <a:chExt cx="3368107" cy="938837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22195" y="0"/>
              <a:ext cx="3323275" cy="938784"/>
            </a:xfrm>
            <a:custGeom>
              <a:avLst/>
              <a:gdLst/>
              <a:ahLst/>
              <a:cxnLst/>
              <a:rect r="r" b="b" t="t" l="l"/>
              <a:pathLst>
                <a:path h="938784" w="3323275">
                  <a:moveTo>
                    <a:pt x="82453" y="127"/>
                  </a:moveTo>
                  <a:cubicBezTo>
                    <a:pt x="17429" y="127"/>
                    <a:pt x="-22195" y="73279"/>
                    <a:pt x="13365" y="128143"/>
                  </a:cubicBezTo>
                  <a:lnTo>
                    <a:pt x="520349" y="901192"/>
                  </a:lnTo>
                  <a:cubicBezTo>
                    <a:pt x="535589" y="924560"/>
                    <a:pt x="562005" y="938784"/>
                    <a:pt x="589437" y="938784"/>
                  </a:cubicBezTo>
                  <a:lnTo>
                    <a:pt x="3240181" y="938784"/>
                  </a:lnTo>
                  <a:cubicBezTo>
                    <a:pt x="3306221" y="938784"/>
                    <a:pt x="3345972" y="865632"/>
                    <a:pt x="3309269" y="810768"/>
                  </a:cubicBezTo>
                  <a:lnTo>
                    <a:pt x="2803301" y="37592"/>
                  </a:lnTo>
                  <a:cubicBezTo>
                    <a:pt x="2788061" y="14224"/>
                    <a:pt x="2761518" y="0"/>
                    <a:pt x="273421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81034">
                    <a:alpha val="100000"/>
                  </a:srgbClr>
                </a:gs>
                <a:gs pos="28000">
                  <a:srgbClr val="F81034">
                    <a:alpha val="100000"/>
                  </a:srgbClr>
                </a:gs>
                <a:gs pos="100000">
                  <a:srgbClr val="420909">
                    <a:alpha val="100000"/>
                  </a:srgbClr>
                </a:gs>
              </a:gsLst>
              <a:lin ang="18785599"/>
            </a:gra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3368107" cy="948362"/>
            </a:xfrm>
            <a:prstGeom prst="rect">
              <a:avLst/>
            </a:prstGeom>
          </p:spPr>
          <p:txBody>
            <a:bodyPr anchor="ctr" rtlCol="false" tIns="42294" lIns="42294" bIns="42294" rIns="42294"/>
            <a:lstStyle/>
            <a:p>
              <a:pPr algn="ctr">
                <a:lnSpc>
                  <a:spcPts val="2797"/>
                </a:lnSpc>
              </a:pPr>
              <a:r>
                <a:rPr lang="en-US" sz="2331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Sprint 3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6984309" y="3366989"/>
            <a:ext cx="2341233" cy="589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4"/>
              </a:lnSpc>
            </a:pPr>
            <a:r>
              <a:rPr lang="en-US" sz="199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Bloq</a:t>
            </a:r>
            <a:r>
              <a:rPr lang="en-US" sz="199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ues y Sesiones (Coach)</a:t>
            </a:r>
          </a:p>
        </p:txBody>
      </p:sp>
      <p:sp>
        <p:nvSpPr>
          <p:cNvPr name="Freeform 47" id="47"/>
          <p:cNvSpPr/>
          <p:nvPr/>
        </p:nvSpPr>
        <p:spPr>
          <a:xfrm flipH="false" flipV="false" rot="0">
            <a:off x="12052611" y="4297816"/>
            <a:ext cx="110968" cy="1382711"/>
          </a:xfrm>
          <a:custGeom>
            <a:avLst/>
            <a:gdLst/>
            <a:ahLst/>
            <a:cxnLst/>
            <a:rect r="r" b="b" t="t" l="l"/>
            <a:pathLst>
              <a:path h="1382711" w="110968">
                <a:moveTo>
                  <a:pt x="0" y="0"/>
                </a:moveTo>
                <a:lnTo>
                  <a:pt x="110968" y="0"/>
                </a:lnTo>
                <a:lnTo>
                  <a:pt x="110968" y="1382711"/>
                </a:lnTo>
                <a:lnTo>
                  <a:pt x="0" y="13827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8" id="48"/>
          <p:cNvGrpSpPr/>
          <p:nvPr/>
        </p:nvGrpSpPr>
        <p:grpSpPr>
          <a:xfrm rot="0">
            <a:off x="12103305" y="5244560"/>
            <a:ext cx="15913" cy="71637"/>
            <a:chOff x="0" y="0"/>
            <a:chExt cx="25515" cy="114859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127" y="0"/>
              <a:ext cx="25273" cy="114808"/>
            </a:xfrm>
            <a:custGeom>
              <a:avLst/>
              <a:gdLst/>
              <a:ahLst/>
              <a:cxnLst/>
              <a:rect r="r" b="b" t="t" l="l"/>
              <a:pathLst>
                <a:path h="114808" w="25273">
                  <a:moveTo>
                    <a:pt x="0" y="0"/>
                  </a:moveTo>
                  <a:lnTo>
                    <a:pt x="0" y="114808"/>
                  </a:lnTo>
                  <a:lnTo>
                    <a:pt x="25273" y="114808"/>
                  </a:lnTo>
                  <a:lnTo>
                    <a:pt x="25273" y="0"/>
                  </a:lnTo>
                  <a:close/>
                </a:path>
              </a:pathLst>
            </a:custGeom>
            <a:solidFill>
              <a:srgbClr val="646463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1069555" y="5222656"/>
            <a:ext cx="2103090" cy="586222"/>
            <a:chOff x="0" y="0"/>
            <a:chExt cx="3368107" cy="938837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22195" y="0"/>
              <a:ext cx="3323275" cy="938784"/>
            </a:xfrm>
            <a:custGeom>
              <a:avLst/>
              <a:gdLst/>
              <a:ahLst/>
              <a:cxnLst/>
              <a:rect r="r" b="b" t="t" l="l"/>
              <a:pathLst>
                <a:path h="938784" w="3323275">
                  <a:moveTo>
                    <a:pt x="82453" y="127"/>
                  </a:moveTo>
                  <a:cubicBezTo>
                    <a:pt x="17429" y="127"/>
                    <a:pt x="-22195" y="73279"/>
                    <a:pt x="13365" y="128143"/>
                  </a:cubicBezTo>
                  <a:lnTo>
                    <a:pt x="520349" y="901192"/>
                  </a:lnTo>
                  <a:cubicBezTo>
                    <a:pt x="535589" y="924560"/>
                    <a:pt x="562132" y="938784"/>
                    <a:pt x="589437" y="938784"/>
                  </a:cubicBezTo>
                  <a:lnTo>
                    <a:pt x="3240181" y="938784"/>
                  </a:lnTo>
                  <a:cubicBezTo>
                    <a:pt x="3306221" y="938784"/>
                    <a:pt x="3345972" y="865632"/>
                    <a:pt x="3309269" y="810768"/>
                  </a:cubicBezTo>
                  <a:lnTo>
                    <a:pt x="2803301" y="37592"/>
                  </a:lnTo>
                  <a:cubicBezTo>
                    <a:pt x="2788061" y="14224"/>
                    <a:pt x="2761645" y="0"/>
                    <a:pt x="273421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81034">
                    <a:alpha val="100000"/>
                  </a:srgbClr>
                </a:gs>
                <a:gs pos="28000">
                  <a:srgbClr val="F81034">
                    <a:alpha val="100000"/>
                  </a:srgbClr>
                </a:gs>
                <a:gs pos="100000">
                  <a:srgbClr val="420909">
                    <a:alpha val="100000"/>
                  </a:srgbClr>
                </a:gs>
              </a:gsLst>
              <a:lin ang="18785599"/>
            </a:gra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9525"/>
              <a:ext cx="3368107" cy="948362"/>
            </a:xfrm>
            <a:prstGeom prst="rect">
              <a:avLst/>
            </a:prstGeom>
          </p:spPr>
          <p:txBody>
            <a:bodyPr anchor="ctr" rtlCol="false" tIns="42294" lIns="42294" bIns="42294" rIns="42294"/>
            <a:lstStyle/>
            <a:p>
              <a:pPr algn="ctr">
                <a:lnSpc>
                  <a:spcPts val="2797"/>
                </a:lnSpc>
              </a:pPr>
              <a:r>
                <a:rPr lang="en-US" sz="2331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Sprint 5</a:t>
              </a: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10936904" y="3366989"/>
            <a:ext cx="2341233" cy="589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4"/>
              </a:lnSpc>
            </a:pPr>
            <a:r>
              <a:rPr lang="en-US" sz="199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Preferencias &amp; Notificaciones</a:t>
            </a:r>
          </a:p>
        </p:txBody>
      </p:sp>
      <p:sp>
        <p:nvSpPr>
          <p:cNvPr name="Freeform 54" id="54"/>
          <p:cNvSpPr/>
          <p:nvPr/>
        </p:nvSpPr>
        <p:spPr>
          <a:xfrm flipH="false" flipV="false" rot="0">
            <a:off x="2176485" y="5375607"/>
            <a:ext cx="110968" cy="1382711"/>
          </a:xfrm>
          <a:custGeom>
            <a:avLst/>
            <a:gdLst/>
            <a:ahLst/>
            <a:cxnLst/>
            <a:rect r="r" b="b" t="t" l="l"/>
            <a:pathLst>
              <a:path h="1382711" w="110968">
                <a:moveTo>
                  <a:pt x="0" y="0"/>
                </a:moveTo>
                <a:lnTo>
                  <a:pt x="110968" y="0"/>
                </a:lnTo>
                <a:lnTo>
                  <a:pt x="110968" y="1382711"/>
                </a:lnTo>
                <a:lnTo>
                  <a:pt x="0" y="13827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5" id="55"/>
          <p:cNvGrpSpPr/>
          <p:nvPr/>
        </p:nvGrpSpPr>
        <p:grpSpPr>
          <a:xfrm rot="0">
            <a:off x="2294984" y="5741877"/>
            <a:ext cx="15913" cy="79248"/>
            <a:chOff x="0" y="0"/>
            <a:chExt cx="25515" cy="127061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127" y="127"/>
              <a:ext cx="25400" cy="126873"/>
            </a:xfrm>
            <a:custGeom>
              <a:avLst/>
              <a:gdLst/>
              <a:ahLst/>
              <a:cxnLst/>
              <a:rect r="r" b="b" t="t" l="l"/>
              <a:pathLst>
                <a:path h="126873" w="25400">
                  <a:moveTo>
                    <a:pt x="0" y="0"/>
                  </a:moveTo>
                  <a:lnTo>
                    <a:pt x="0" y="126873"/>
                  </a:lnTo>
                  <a:lnTo>
                    <a:pt x="25400" y="126873"/>
                  </a:lnTo>
                  <a:lnTo>
                    <a:pt x="25400" y="0"/>
                  </a:lnTo>
                  <a:close/>
                </a:path>
              </a:pathLst>
            </a:custGeom>
            <a:solidFill>
              <a:srgbClr val="646463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172972" y="5236552"/>
            <a:ext cx="2103090" cy="586222"/>
            <a:chOff x="0" y="0"/>
            <a:chExt cx="3368107" cy="938837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22249" y="0"/>
              <a:ext cx="3323294" cy="938784"/>
            </a:xfrm>
            <a:custGeom>
              <a:avLst/>
              <a:gdLst/>
              <a:ahLst/>
              <a:cxnLst/>
              <a:rect r="r" b="b" t="t" l="l"/>
              <a:pathLst>
                <a:path h="938784" w="3323294">
                  <a:moveTo>
                    <a:pt x="82399" y="127"/>
                  </a:moveTo>
                  <a:cubicBezTo>
                    <a:pt x="17375" y="127"/>
                    <a:pt x="-22122" y="73279"/>
                    <a:pt x="13311" y="128143"/>
                  </a:cubicBezTo>
                  <a:lnTo>
                    <a:pt x="520422" y="901192"/>
                  </a:lnTo>
                  <a:cubicBezTo>
                    <a:pt x="535662" y="924560"/>
                    <a:pt x="562078" y="938784"/>
                    <a:pt x="589510" y="938784"/>
                  </a:cubicBezTo>
                  <a:lnTo>
                    <a:pt x="3240254" y="938784"/>
                  </a:lnTo>
                  <a:cubicBezTo>
                    <a:pt x="3306294" y="938784"/>
                    <a:pt x="3345918" y="865632"/>
                    <a:pt x="3309342" y="810768"/>
                  </a:cubicBezTo>
                  <a:lnTo>
                    <a:pt x="2802231" y="37592"/>
                  </a:lnTo>
                  <a:cubicBezTo>
                    <a:pt x="2786991" y="14224"/>
                    <a:pt x="2761591" y="0"/>
                    <a:pt x="273314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81034">
                    <a:alpha val="100000"/>
                  </a:srgbClr>
                </a:gs>
                <a:gs pos="28000">
                  <a:srgbClr val="F81034">
                    <a:alpha val="100000"/>
                  </a:srgbClr>
                </a:gs>
                <a:gs pos="100000">
                  <a:srgbClr val="420909">
                    <a:alpha val="100000"/>
                  </a:srgbClr>
                </a:gs>
              </a:gsLst>
              <a:lin ang="18785599"/>
            </a:grad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9525"/>
              <a:ext cx="3368107" cy="948362"/>
            </a:xfrm>
            <a:prstGeom prst="rect">
              <a:avLst/>
            </a:prstGeom>
          </p:spPr>
          <p:txBody>
            <a:bodyPr anchor="ctr" rtlCol="false" tIns="42294" lIns="42294" bIns="42294" rIns="42294"/>
            <a:lstStyle/>
            <a:p>
              <a:pPr algn="ctr">
                <a:lnSpc>
                  <a:spcPts val="2797"/>
                </a:lnSpc>
              </a:pPr>
              <a:r>
                <a:rPr lang="en-US" sz="2331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Sprint 0</a:t>
              </a:r>
            </a:p>
          </p:txBody>
        </p:sp>
      </p:grpSp>
      <p:sp>
        <p:nvSpPr>
          <p:cNvPr name="TextBox 60" id="60"/>
          <p:cNvSpPr txBox="true"/>
          <p:nvPr/>
        </p:nvSpPr>
        <p:spPr>
          <a:xfrm rot="0">
            <a:off x="1061338" y="6970627"/>
            <a:ext cx="2341233" cy="290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4"/>
              </a:lnSpc>
            </a:pPr>
            <a:r>
              <a:rPr lang="en-US" sz="199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Kickoff</a:t>
            </a:r>
          </a:p>
        </p:txBody>
      </p:sp>
      <p:sp>
        <p:nvSpPr>
          <p:cNvPr name="Freeform 61" id="61"/>
          <p:cNvSpPr/>
          <p:nvPr/>
        </p:nvSpPr>
        <p:spPr>
          <a:xfrm flipH="false" flipV="false" rot="0">
            <a:off x="16001135" y="4282542"/>
            <a:ext cx="110968" cy="1382711"/>
          </a:xfrm>
          <a:custGeom>
            <a:avLst/>
            <a:gdLst/>
            <a:ahLst/>
            <a:cxnLst/>
            <a:rect r="r" b="b" t="t" l="l"/>
            <a:pathLst>
              <a:path h="1382711" w="110968">
                <a:moveTo>
                  <a:pt x="0" y="0"/>
                </a:moveTo>
                <a:lnTo>
                  <a:pt x="110968" y="0"/>
                </a:lnTo>
                <a:lnTo>
                  <a:pt x="110968" y="1382710"/>
                </a:lnTo>
                <a:lnTo>
                  <a:pt x="0" y="13827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2" id="62"/>
          <p:cNvGrpSpPr/>
          <p:nvPr/>
        </p:nvGrpSpPr>
        <p:grpSpPr>
          <a:xfrm rot="0">
            <a:off x="16051829" y="5229285"/>
            <a:ext cx="15913" cy="71637"/>
            <a:chOff x="0" y="0"/>
            <a:chExt cx="25515" cy="114859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27" y="0"/>
              <a:ext cx="25273" cy="114808"/>
            </a:xfrm>
            <a:custGeom>
              <a:avLst/>
              <a:gdLst/>
              <a:ahLst/>
              <a:cxnLst/>
              <a:rect r="r" b="b" t="t" l="l"/>
              <a:pathLst>
                <a:path h="114808" w="25273">
                  <a:moveTo>
                    <a:pt x="0" y="0"/>
                  </a:moveTo>
                  <a:lnTo>
                    <a:pt x="0" y="114808"/>
                  </a:lnTo>
                  <a:lnTo>
                    <a:pt x="25273" y="114808"/>
                  </a:lnTo>
                  <a:lnTo>
                    <a:pt x="25273" y="0"/>
                  </a:lnTo>
                  <a:close/>
                </a:path>
              </a:pathLst>
            </a:custGeom>
            <a:solidFill>
              <a:srgbClr val="646463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5031733" y="5207329"/>
            <a:ext cx="2103090" cy="586222"/>
            <a:chOff x="0" y="0"/>
            <a:chExt cx="3368107" cy="938837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22195" y="0"/>
              <a:ext cx="3323275" cy="938784"/>
            </a:xfrm>
            <a:custGeom>
              <a:avLst/>
              <a:gdLst/>
              <a:ahLst/>
              <a:cxnLst/>
              <a:rect r="r" b="b" t="t" l="l"/>
              <a:pathLst>
                <a:path h="938784" w="3323275">
                  <a:moveTo>
                    <a:pt x="82453" y="127"/>
                  </a:moveTo>
                  <a:cubicBezTo>
                    <a:pt x="17429" y="127"/>
                    <a:pt x="-22195" y="73279"/>
                    <a:pt x="13365" y="128143"/>
                  </a:cubicBezTo>
                  <a:lnTo>
                    <a:pt x="520349" y="901192"/>
                  </a:lnTo>
                  <a:cubicBezTo>
                    <a:pt x="535589" y="924560"/>
                    <a:pt x="562132" y="938784"/>
                    <a:pt x="589437" y="938784"/>
                  </a:cubicBezTo>
                  <a:lnTo>
                    <a:pt x="3240181" y="938784"/>
                  </a:lnTo>
                  <a:cubicBezTo>
                    <a:pt x="3306221" y="938784"/>
                    <a:pt x="3345972" y="865632"/>
                    <a:pt x="3309269" y="810768"/>
                  </a:cubicBezTo>
                  <a:lnTo>
                    <a:pt x="2803301" y="37592"/>
                  </a:lnTo>
                  <a:cubicBezTo>
                    <a:pt x="2788061" y="14224"/>
                    <a:pt x="2761645" y="0"/>
                    <a:pt x="273421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81034">
                    <a:alpha val="100000"/>
                  </a:srgbClr>
                </a:gs>
                <a:gs pos="28000">
                  <a:srgbClr val="F81034">
                    <a:alpha val="100000"/>
                  </a:srgbClr>
                </a:gs>
                <a:gs pos="100000">
                  <a:srgbClr val="420909">
                    <a:alpha val="100000"/>
                  </a:srgbClr>
                </a:gs>
              </a:gsLst>
              <a:lin ang="18785599"/>
            </a:grad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9525"/>
              <a:ext cx="3368107" cy="948362"/>
            </a:xfrm>
            <a:prstGeom prst="rect">
              <a:avLst/>
            </a:prstGeom>
          </p:spPr>
          <p:txBody>
            <a:bodyPr anchor="ctr" rtlCol="false" tIns="42294" lIns="42294" bIns="42294" rIns="42294"/>
            <a:lstStyle/>
            <a:p>
              <a:pPr algn="ctr">
                <a:lnSpc>
                  <a:spcPts val="2797"/>
                </a:lnSpc>
              </a:pPr>
              <a:r>
                <a:rPr lang="en-US" sz="2331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Sprint 7</a:t>
              </a:r>
            </a:p>
          </p:txBody>
        </p:sp>
      </p:grpSp>
      <p:sp>
        <p:nvSpPr>
          <p:cNvPr name="TextBox 67" id="67"/>
          <p:cNvSpPr txBox="true"/>
          <p:nvPr/>
        </p:nvSpPr>
        <p:spPr>
          <a:xfrm rot="0">
            <a:off x="14885429" y="3351714"/>
            <a:ext cx="2341233" cy="889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4"/>
              </a:lnSpc>
            </a:pPr>
            <a:r>
              <a:rPr lang="en-US" sz="199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QA, Doc</a:t>
            </a:r>
            <a:r>
              <a:rPr lang="en-US" sz="199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umentación &amp; Release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2585587">
            <a:off x="303873" y="479426"/>
            <a:ext cx="714008" cy="714008"/>
            <a:chOff x="0" y="0"/>
            <a:chExt cx="952011" cy="95201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51992" cy="951992"/>
            </a:xfrm>
            <a:custGeom>
              <a:avLst/>
              <a:gdLst/>
              <a:ahLst/>
              <a:cxnLst/>
              <a:rect r="r" b="b" t="t" l="l"/>
              <a:pathLst>
                <a:path h="951992" w="951992">
                  <a:moveTo>
                    <a:pt x="951992" y="0"/>
                  </a:moveTo>
                  <a:lnTo>
                    <a:pt x="0" y="0"/>
                  </a:lnTo>
                  <a:lnTo>
                    <a:pt x="317373" y="317373"/>
                  </a:lnTo>
                  <a:lnTo>
                    <a:pt x="634619" y="317373"/>
                  </a:lnTo>
                  <a:lnTo>
                    <a:pt x="634619" y="634619"/>
                  </a:lnTo>
                  <a:lnTo>
                    <a:pt x="951992" y="951992"/>
                  </a:lnTo>
                  <a:close/>
                </a:path>
              </a:pathLst>
            </a:custGeom>
            <a:gradFill rotWithShape="true">
              <a:gsLst>
                <a:gs pos="0">
                  <a:srgbClr val="F81034">
                    <a:alpha val="100000"/>
                  </a:srgbClr>
                </a:gs>
                <a:gs pos="79000">
                  <a:srgbClr val="F81034">
                    <a:alpha val="100000"/>
                  </a:srgbClr>
                </a:gs>
                <a:gs pos="100000">
                  <a:srgbClr val="420909">
                    <a:alpha val="100000"/>
                  </a:srgbClr>
                </a:gs>
              </a:gsLst>
              <a:lin ang="2814425"/>
            </a:gradFill>
          </p:spPr>
        </p:sp>
      </p:grpSp>
      <p:grpSp>
        <p:nvGrpSpPr>
          <p:cNvPr name="Group 5" id="5"/>
          <p:cNvGrpSpPr/>
          <p:nvPr/>
        </p:nvGrpSpPr>
        <p:grpSpPr>
          <a:xfrm rot="2585587">
            <a:off x="808473" y="479426"/>
            <a:ext cx="714008" cy="714008"/>
            <a:chOff x="0" y="0"/>
            <a:chExt cx="952011" cy="95201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51992" cy="951992"/>
            </a:xfrm>
            <a:custGeom>
              <a:avLst/>
              <a:gdLst/>
              <a:ahLst/>
              <a:cxnLst/>
              <a:rect r="r" b="b" t="t" l="l"/>
              <a:pathLst>
                <a:path h="951992" w="951992">
                  <a:moveTo>
                    <a:pt x="951992" y="0"/>
                  </a:moveTo>
                  <a:lnTo>
                    <a:pt x="0" y="0"/>
                  </a:lnTo>
                  <a:lnTo>
                    <a:pt x="317373" y="317373"/>
                  </a:lnTo>
                  <a:lnTo>
                    <a:pt x="634619" y="317373"/>
                  </a:lnTo>
                  <a:lnTo>
                    <a:pt x="634619" y="634619"/>
                  </a:lnTo>
                  <a:lnTo>
                    <a:pt x="951992" y="951992"/>
                  </a:lnTo>
                  <a:close/>
                </a:path>
              </a:pathLst>
            </a:custGeom>
            <a:gradFill rotWithShape="true">
              <a:gsLst>
                <a:gs pos="0">
                  <a:srgbClr val="F81034">
                    <a:alpha val="100000"/>
                  </a:srgbClr>
                </a:gs>
                <a:gs pos="28000">
                  <a:srgbClr val="F81034">
                    <a:alpha val="100000"/>
                  </a:srgbClr>
                </a:gs>
                <a:gs pos="100000">
                  <a:srgbClr val="420909">
                    <a:alpha val="100000"/>
                  </a:srgbClr>
                </a:gs>
              </a:gsLst>
              <a:lin ang="2814425"/>
            </a:gradFill>
          </p:spPr>
        </p:sp>
      </p:grpSp>
      <p:grpSp>
        <p:nvGrpSpPr>
          <p:cNvPr name="Group 7" id="7"/>
          <p:cNvGrpSpPr/>
          <p:nvPr/>
        </p:nvGrpSpPr>
        <p:grpSpPr>
          <a:xfrm rot="2585587">
            <a:off x="1313074" y="479426"/>
            <a:ext cx="714008" cy="714008"/>
            <a:chOff x="0" y="0"/>
            <a:chExt cx="952011" cy="95201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51992" cy="951992"/>
            </a:xfrm>
            <a:custGeom>
              <a:avLst/>
              <a:gdLst/>
              <a:ahLst/>
              <a:cxnLst/>
              <a:rect r="r" b="b" t="t" l="l"/>
              <a:pathLst>
                <a:path h="951992" w="951992">
                  <a:moveTo>
                    <a:pt x="951992" y="0"/>
                  </a:moveTo>
                  <a:lnTo>
                    <a:pt x="0" y="0"/>
                  </a:lnTo>
                  <a:lnTo>
                    <a:pt x="317373" y="317373"/>
                  </a:lnTo>
                  <a:lnTo>
                    <a:pt x="634619" y="317373"/>
                  </a:lnTo>
                  <a:lnTo>
                    <a:pt x="634619" y="634619"/>
                  </a:lnTo>
                  <a:lnTo>
                    <a:pt x="951992" y="951992"/>
                  </a:lnTo>
                  <a:close/>
                </a:path>
              </a:pathLst>
            </a:custGeom>
            <a:gradFill rotWithShape="true">
              <a:gsLst>
                <a:gs pos="0">
                  <a:srgbClr val="F81034">
                    <a:alpha val="100000"/>
                  </a:srgbClr>
                </a:gs>
                <a:gs pos="43000">
                  <a:srgbClr val="810A26">
                    <a:alpha val="100000"/>
                  </a:srgbClr>
                </a:gs>
                <a:gs pos="100000">
                  <a:srgbClr val="420909">
                    <a:alpha val="100000"/>
                  </a:srgbClr>
                </a:gs>
              </a:gsLst>
              <a:lin ang="10914445"/>
            </a:gradFill>
          </p:spPr>
        </p:sp>
      </p:grpSp>
      <p:grpSp>
        <p:nvGrpSpPr>
          <p:cNvPr name="Group 9" id="9"/>
          <p:cNvGrpSpPr/>
          <p:nvPr/>
        </p:nvGrpSpPr>
        <p:grpSpPr>
          <a:xfrm rot="2585587">
            <a:off x="1817674" y="479426"/>
            <a:ext cx="714008" cy="714008"/>
            <a:chOff x="0" y="0"/>
            <a:chExt cx="952011" cy="95201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51992" cy="951992"/>
            </a:xfrm>
            <a:custGeom>
              <a:avLst/>
              <a:gdLst/>
              <a:ahLst/>
              <a:cxnLst/>
              <a:rect r="r" b="b" t="t" l="l"/>
              <a:pathLst>
                <a:path h="951992" w="951992">
                  <a:moveTo>
                    <a:pt x="951992" y="0"/>
                  </a:moveTo>
                  <a:lnTo>
                    <a:pt x="0" y="0"/>
                  </a:lnTo>
                  <a:lnTo>
                    <a:pt x="317373" y="317373"/>
                  </a:lnTo>
                  <a:lnTo>
                    <a:pt x="634619" y="317373"/>
                  </a:lnTo>
                  <a:lnTo>
                    <a:pt x="634619" y="634619"/>
                  </a:lnTo>
                  <a:lnTo>
                    <a:pt x="951992" y="951992"/>
                  </a:lnTo>
                  <a:close/>
                </a:path>
              </a:pathLst>
            </a:custGeom>
            <a:gradFill rotWithShape="true">
              <a:gsLst>
                <a:gs pos="0">
                  <a:srgbClr val="F81034">
                    <a:alpha val="100000"/>
                  </a:srgbClr>
                </a:gs>
                <a:gs pos="9000">
                  <a:srgbClr val="810A26">
                    <a:alpha val="100000"/>
                  </a:srgbClr>
                </a:gs>
                <a:gs pos="100000">
                  <a:srgbClr val="420909">
                    <a:alpha val="100000"/>
                  </a:srgbClr>
                </a:gs>
              </a:gsLst>
              <a:lin ang="10914445"/>
            </a:gra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5381966" y="8994146"/>
            <a:ext cx="2576201" cy="1009201"/>
            <a:chOff x="0" y="0"/>
            <a:chExt cx="3434934" cy="1345601"/>
          </a:xfrm>
        </p:grpSpPr>
        <p:grpSp>
          <p:nvGrpSpPr>
            <p:cNvPr name="Group 12" id="12"/>
            <p:cNvGrpSpPr/>
            <p:nvPr/>
          </p:nvGrpSpPr>
          <p:grpSpPr>
            <a:xfrm rot="-8214413">
              <a:off x="2286128" y="196795"/>
              <a:ext cx="952011" cy="952011"/>
              <a:chOff x="0" y="0"/>
              <a:chExt cx="952011" cy="9520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951992" cy="951992"/>
              </a:xfrm>
              <a:custGeom>
                <a:avLst/>
                <a:gdLst/>
                <a:ahLst/>
                <a:cxnLst/>
                <a:rect r="r" b="b" t="t" l="l"/>
                <a:pathLst>
                  <a:path h="951992" w="951992">
                    <a:moveTo>
                      <a:pt x="951992" y="0"/>
                    </a:moveTo>
                    <a:lnTo>
                      <a:pt x="0" y="0"/>
                    </a:lnTo>
                    <a:lnTo>
                      <a:pt x="317373" y="317373"/>
                    </a:lnTo>
                    <a:lnTo>
                      <a:pt x="634619" y="317373"/>
                    </a:lnTo>
                    <a:lnTo>
                      <a:pt x="634619" y="634619"/>
                    </a:lnTo>
                    <a:lnTo>
                      <a:pt x="951992" y="951992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81034">
                      <a:alpha val="100000"/>
                    </a:srgbClr>
                  </a:gs>
                  <a:gs pos="79000">
                    <a:srgbClr val="F81034">
                      <a:alpha val="100000"/>
                    </a:srgbClr>
                  </a:gs>
                  <a:gs pos="100000">
                    <a:srgbClr val="420909">
                      <a:alpha val="100000"/>
                    </a:srgbClr>
                  </a:gs>
                </a:gsLst>
                <a:lin ang="13614425"/>
              </a:gradFill>
            </p:spPr>
          </p:sp>
        </p:grpSp>
        <p:grpSp>
          <p:nvGrpSpPr>
            <p:cNvPr name="Group 14" id="14"/>
            <p:cNvGrpSpPr/>
            <p:nvPr/>
          </p:nvGrpSpPr>
          <p:grpSpPr>
            <a:xfrm rot="-8214413">
              <a:off x="1587192" y="196795"/>
              <a:ext cx="952011" cy="952011"/>
              <a:chOff x="0" y="0"/>
              <a:chExt cx="952011" cy="952011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951992" cy="951992"/>
              </a:xfrm>
              <a:custGeom>
                <a:avLst/>
                <a:gdLst/>
                <a:ahLst/>
                <a:cxnLst/>
                <a:rect r="r" b="b" t="t" l="l"/>
                <a:pathLst>
                  <a:path h="951992" w="951992">
                    <a:moveTo>
                      <a:pt x="951992" y="0"/>
                    </a:moveTo>
                    <a:lnTo>
                      <a:pt x="0" y="0"/>
                    </a:lnTo>
                    <a:lnTo>
                      <a:pt x="317373" y="317373"/>
                    </a:lnTo>
                    <a:lnTo>
                      <a:pt x="634619" y="317373"/>
                    </a:lnTo>
                    <a:lnTo>
                      <a:pt x="634619" y="634619"/>
                    </a:lnTo>
                    <a:lnTo>
                      <a:pt x="951992" y="951992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81034">
                      <a:alpha val="100000"/>
                    </a:srgbClr>
                  </a:gs>
                  <a:gs pos="28000">
                    <a:srgbClr val="F81034">
                      <a:alpha val="100000"/>
                    </a:srgbClr>
                  </a:gs>
                  <a:gs pos="100000">
                    <a:srgbClr val="420909">
                      <a:alpha val="100000"/>
                    </a:srgbClr>
                  </a:gs>
                </a:gsLst>
                <a:lin ang="13614425"/>
              </a:gradFill>
            </p:spPr>
          </p:sp>
        </p:grpSp>
        <p:grpSp>
          <p:nvGrpSpPr>
            <p:cNvPr name="Group 16" id="16"/>
            <p:cNvGrpSpPr/>
            <p:nvPr/>
          </p:nvGrpSpPr>
          <p:grpSpPr>
            <a:xfrm rot="-8214413">
              <a:off x="885662" y="196795"/>
              <a:ext cx="952011" cy="952011"/>
              <a:chOff x="0" y="0"/>
              <a:chExt cx="952011" cy="952011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951992" cy="951992"/>
              </a:xfrm>
              <a:custGeom>
                <a:avLst/>
                <a:gdLst/>
                <a:ahLst/>
                <a:cxnLst/>
                <a:rect r="r" b="b" t="t" l="l"/>
                <a:pathLst>
                  <a:path h="951992" w="951992">
                    <a:moveTo>
                      <a:pt x="951992" y="0"/>
                    </a:moveTo>
                    <a:lnTo>
                      <a:pt x="0" y="0"/>
                    </a:lnTo>
                    <a:lnTo>
                      <a:pt x="317373" y="317373"/>
                    </a:lnTo>
                    <a:lnTo>
                      <a:pt x="634619" y="317373"/>
                    </a:lnTo>
                    <a:lnTo>
                      <a:pt x="634619" y="634619"/>
                    </a:lnTo>
                    <a:lnTo>
                      <a:pt x="951992" y="951992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81034">
                      <a:alpha val="100000"/>
                    </a:srgbClr>
                  </a:gs>
                  <a:gs pos="43000">
                    <a:srgbClr val="810A26">
                      <a:alpha val="100000"/>
                    </a:srgbClr>
                  </a:gs>
                  <a:gs pos="100000">
                    <a:srgbClr val="420909">
                      <a:alpha val="100000"/>
                    </a:srgbClr>
                  </a:gs>
                </a:gsLst>
                <a:lin ang="114445"/>
              </a:gradFill>
            </p:spPr>
          </p:sp>
        </p:grpSp>
        <p:grpSp>
          <p:nvGrpSpPr>
            <p:cNvPr name="Group 18" id="18"/>
            <p:cNvGrpSpPr/>
            <p:nvPr/>
          </p:nvGrpSpPr>
          <p:grpSpPr>
            <a:xfrm rot="-8214413">
              <a:off x="196795" y="196795"/>
              <a:ext cx="952011" cy="952011"/>
              <a:chOff x="0" y="0"/>
              <a:chExt cx="952011" cy="952011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951992" cy="951992"/>
              </a:xfrm>
              <a:custGeom>
                <a:avLst/>
                <a:gdLst/>
                <a:ahLst/>
                <a:cxnLst/>
                <a:rect r="r" b="b" t="t" l="l"/>
                <a:pathLst>
                  <a:path h="951992" w="951992">
                    <a:moveTo>
                      <a:pt x="951992" y="0"/>
                    </a:moveTo>
                    <a:lnTo>
                      <a:pt x="0" y="0"/>
                    </a:lnTo>
                    <a:lnTo>
                      <a:pt x="317373" y="317373"/>
                    </a:lnTo>
                    <a:lnTo>
                      <a:pt x="634619" y="317373"/>
                    </a:lnTo>
                    <a:lnTo>
                      <a:pt x="634619" y="634619"/>
                    </a:lnTo>
                    <a:lnTo>
                      <a:pt x="951992" y="951992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81034">
                      <a:alpha val="100000"/>
                    </a:srgbClr>
                  </a:gs>
                  <a:gs pos="9000">
                    <a:srgbClr val="810A26">
                      <a:alpha val="100000"/>
                    </a:srgbClr>
                  </a:gs>
                  <a:gs pos="100000">
                    <a:srgbClr val="420909">
                      <a:alpha val="100000"/>
                    </a:srgbClr>
                  </a:gs>
                </a:gsLst>
                <a:lin ang="114445"/>
              </a:gradFill>
            </p:spPr>
          </p:sp>
        </p:grpSp>
      </p:grpSp>
      <p:sp>
        <p:nvSpPr>
          <p:cNvPr name="TextBox 20" id="20"/>
          <p:cNvSpPr txBox="true"/>
          <p:nvPr/>
        </p:nvSpPr>
        <p:spPr>
          <a:xfrm rot="0">
            <a:off x="4158742" y="536525"/>
            <a:ext cx="9970516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COMPETENCIAS DE </a:t>
            </a:r>
            <a:r>
              <a:rPr lang="en-US" sz="6999" b="true">
                <a:solidFill>
                  <a:srgbClr val="FF2525"/>
                </a:solidFill>
                <a:latin typeface="Oswald Bold"/>
                <a:ea typeface="Oswald Bold"/>
                <a:cs typeface="Oswald Bold"/>
                <a:sym typeface="Oswald Bold"/>
              </a:rPr>
              <a:t>EGRESO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02183" y="2631884"/>
            <a:ext cx="17083633" cy="6877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97"/>
              </a:lnSpc>
            </a:pPr>
          </a:p>
          <a:p>
            <a:pPr algn="just" marL="521314" indent="-260657" lvl="1">
              <a:lnSpc>
                <a:spcPts val="2897"/>
              </a:lnSpc>
              <a:buFont typeface="Arial"/>
              <a:buChar char="•"/>
            </a:pPr>
            <a:r>
              <a:rPr lang="en-US" b="true" sz="2414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Desarrollo de Aplicaciones Móviles</a:t>
            </a:r>
          </a:p>
          <a:p>
            <a:pPr algn="just" marL="1042629" indent="-347543" lvl="2">
              <a:lnSpc>
                <a:spcPts val="2897"/>
              </a:lnSpc>
              <a:buFont typeface="Arial"/>
              <a:buChar char="⚬"/>
            </a:pPr>
            <a:r>
              <a:rPr lang="en-US" sz="2414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Capacidad para diseñar, implementar y desplegar aplicaciones móviles multiplataforma (React Native), asegurando usabilidad, eficiencia y accesibilidad para los usuarios.</a:t>
            </a:r>
          </a:p>
          <a:p>
            <a:pPr algn="just">
              <a:lnSpc>
                <a:spcPts val="2897"/>
              </a:lnSpc>
            </a:pPr>
          </a:p>
          <a:p>
            <a:pPr algn="just" marL="521314" indent="-260657" lvl="1">
              <a:lnSpc>
                <a:spcPts val="2897"/>
              </a:lnSpc>
              <a:buFont typeface="Arial"/>
              <a:buChar char="•"/>
            </a:pPr>
            <a:r>
              <a:rPr lang="en-US" b="true" sz="2414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Desarrollo e Integración de Software</a:t>
            </a:r>
          </a:p>
          <a:p>
            <a:pPr algn="just" marL="1042629" indent="-347543" lvl="2">
              <a:lnSpc>
                <a:spcPts val="2897"/>
              </a:lnSpc>
              <a:buFont typeface="Arial"/>
              <a:buChar char="⚬"/>
            </a:pPr>
            <a:r>
              <a:rPr lang="en-US" sz="2414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Competencia para construir soluciones de software escalables, integrando frontend, backend y servicios externos (APIs, bases de datos, nube) bajo estándares de calidad y seguridad.</a:t>
            </a:r>
          </a:p>
          <a:p>
            <a:pPr algn="just">
              <a:lnSpc>
                <a:spcPts val="2897"/>
              </a:lnSpc>
            </a:pPr>
          </a:p>
          <a:p>
            <a:pPr algn="just" marL="521314" indent="-260657" lvl="1">
              <a:lnSpc>
                <a:spcPts val="2897"/>
              </a:lnSpc>
              <a:buFont typeface="Arial"/>
              <a:buChar char="•"/>
            </a:pPr>
            <a:r>
              <a:rPr lang="en-US" b="true" sz="2414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Gestión de Proyectos TI</a:t>
            </a:r>
          </a:p>
          <a:p>
            <a:pPr algn="just" marL="1042629" indent="-347543" lvl="2">
              <a:lnSpc>
                <a:spcPts val="2897"/>
              </a:lnSpc>
              <a:buFont typeface="Arial"/>
              <a:buChar char="⚬"/>
            </a:pPr>
            <a:r>
              <a:rPr lang="en-US" sz="2414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Habilidad para planificar, organizar y controlar proyectos tecnológicos utilizando metodologías tradicionales y ágiles (Scrum), asegurando el cumplimiento de objetivos, plazos y recursos.</a:t>
            </a:r>
          </a:p>
          <a:p>
            <a:pPr algn="just">
              <a:lnSpc>
                <a:spcPts val="2897"/>
              </a:lnSpc>
            </a:pPr>
          </a:p>
          <a:p>
            <a:pPr algn="just" marL="521314" indent="-260657" lvl="1">
              <a:lnSpc>
                <a:spcPts val="2897"/>
              </a:lnSpc>
              <a:buFont typeface="Arial"/>
              <a:buChar char="•"/>
            </a:pPr>
            <a:r>
              <a:rPr lang="en-US" b="true" sz="2414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Comunicación Efectiva y Trabajo en Equipo</a:t>
            </a:r>
          </a:p>
          <a:p>
            <a:pPr algn="just" marL="1042629" indent="-347543" lvl="2">
              <a:lnSpc>
                <a:spcPts val="2897"/>
              </a:lnSpc>
              <a:buFont typeface="Arial"/>
              <a:buChar char="⚬"/>
            </a:pPr>
            <a:r>
              <a:rPr lang="en-US" sz="2414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Habilidad para desempeñarse en equipos multidisciplinarios, gestionando roles, resolviendo conflictos y comunicando avances de manera clara y efectiva a los distintos interesados del proyecto.</a:t>
            </a:r>
          </a:p>
          <a:p>
            <a:pPr algn="just">
              <a:lnSpc>
                <a:spcPts val="2897"/>
              </a:lnSpc>
            </a:pPr>
          </a:p>
          <a:p>
            <a:pPr algn="just">
              <a:lnSpc>
                <a:spcPts val="2897"/>
              </a:lnSpc>
            </a:pPr>
          </a:p>
          <a:p>
            <a:pPr algn="just">
              <a:lnSpc>
                <a:spcPts val="2897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10800000">
            <a:off x="-6" y="-2"/>
            <a:ext cx="18288006" cy="10287002"/>
          </a:xfrm>
          <a:custGeom>
            <a:avLst/>
            <a:gdLst/>
            <a:ahLst/>
            <a:cxnLst/>
            <a:rect r="r" b="b" t="t" l="l"/>
            <a:pathLst>
              <a:path h="10287002" w="18288006">
                <a:moveTo>
                  <a:pt x="18288006" y="0"/>
                </a:moveTo>
                <a:lnTo>
                  <a:pt x="0" y="0"/>
                </a:lnTo>
                <a:lnTo>
                  <a:pt x="0" y="10287002"/>
                </a:lnTo>
                <a:lnTo>
                  <a:pt x="18288006" y="10287002"/>
                </a:lnTo>
                <a:lnTo>
                  <a:pt x="18288006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738418" y="3515008"/>
            <a:ext cx="811164" cy="815804"/>
          </a:xfrm>
          <a:custGeom>
            <a:avLst/>
            <a:gdLst/>
            <a:ahLst/>
            <a:cxnLst/>
            <a:rect r="r" b="b" t="t" l="l"/>
            <a:pathLst>
              <a:path h="815804" w="811164">
                <a:moveTo>
                  <a:pt x="0" y="0"/>
                </a:moveTo>
                <a:lnTo>
                  <a:pt x="811164" y="0"/>
                </a:lnTo>
                <a:lnTo>
                  <a:pt x="811164" y="815804"/>
                </a:lnTo>
                <a:lnTo>
                  <a:pt x="0" y="81580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07551" y="2280127"/>
            <a:ext cx="15872903" cy="6428526"/>
          </a:xfrm>
          <a:custGeom>
            <a:avLst/>
            <a:gdLst/>
            <a:ahLst/>
            <a:cxnLst/>
            <a:rect r="r" b="b" t="t" l="l"/>
            <a:pathLst>
              <a:path h="6428526" w="15872903">
                <a:moveTo>
                  <a:pt x="0" y="0"/>
                </a:moveTo>
                <a:lnTo>
                  <a:pt x="15872904" y="0"/>
                </a:lnTo>
                <a:lnTo>
                  <a:pt x="15872904" y="6428525"/>
                </a:lnTo>
                <a:lnTo>
                  <a:pt x="0" y="64285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92664" y="476860"/>
            <a:ext cx="7143873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ARQUITECTURA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2585587">
            <a:off x="303873" y="479426"/>
            <a:ext cx="714008" cy="714008"/>
            <a:chOff x="0" y="0"/>
            <a:chExt cx="952011" cy="95201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51992" cy="951992"/>
            </a:xfrm>
            <a:custGeom>
              <a:avLst/>
              <a:gdLst/>
              <a:ahLst/>
              <a:cxnLst/>
              <a:rect r="r" b="b" t="t" l="l"/>
              <a:pathLst>
                <a:path h="951992" w="951992">
                  <a:moveTo>
                    <a:pt x="951992" y="0"/>
                  </a:moveTo>
                  <a:lnTo>
                    <a:pt x="0" y="0"/>
                  </a:lnTo>
                  <a:lnTo>
                    <a:pt x="317373" y="317373"/>
                  </a:lnTo>
                  <a:lnTo>
                    <a:pt x="634619" y="317373"/>
                  </a:lnTo>
                  <a:lnTo>
                    <a:pt x="634619" y="634619"/>
                  </a:lnTo>
                  <a:lnTo>
                    <a:pt x="951992" y="951992"/>
                  </a:lnTo>
                  <a:close/>
                </a:path>
              </a:pathLst>
            </a:custGeom>
            <a:gradFill rotWithShape="true">
              <a:gsLst>
                <a:gs pos="0">
                  <a:srgbClr val="F81034">
                    <a:alpha val="100000"/>
                  </a:srgbClr>
                </a:gs>
                <a:gs pos="79000">
                  <a:srgbClr val="F81034">
                    <a:alpha val="100000"/>
                  </a:srgbClr>
                </a:gs>
                <a:gs pos="100000">
                  <a:srgbClr val="420909">
                    <a:alpha val="100000"/>
                  </a:srgbClr>
                </a:gs>
              </a:gsLst>
              <a:lin ang="2814425"/>
            </a:gradFill>
          </p:spPr>
        </p:sp>
      </p:grpSp>
      <p:grpSp>
        <p:nvGrpSpPr>
          <p:cNvPr name="Group 5" id="5"/>
          <p:cNvGrpSpPr/>
          <p:nvPr/>
        </p:nvGrpSpPr>
        <p:grpSpPr>
          <a:xfrm rot="2585587">
            <a:off x="808473" y="479426"/>
            <a:ext cx="714008" cy="714008"/>
            <a:chOff x="0" y="0"/>
            <a:chExt cx="952011" cy="95201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51992" cy="951992"/>
            </a:xfrm>
            <a:custGeom>
              <a:avLst/>
              <a:gdLst/>
              <a:ahLst/>
              <a:cxnLst/>
              <a:rect r="r" b="b" t="t" l="l"/>
              <a:pathLst>
                <a:path h="951992" w="951992">
                  <a:moveTo>
                    <a:pt x="951992" y="0"/>
                  </a:moveTo>
                  <a:lnTo>
                    <a:pt x="0" y="0"/>
                  </a:lnTo>
                  <a:lnTo>
                    <a:pt x="317373" y="317373"/>
                  </a:lnTo>
                  <a:lnTo>
                    <a:pt x="634619" y="317373"/>
                  </a:lnTo>
                  <a:lnTo>
                    <a:pt x="634619" y="634619"/>
                  </a:lnTo>
                  <a:lnTo>
                    <a:pt x="951992" y="951992"/>
                  </a:lnTo>
                  <a:close/>
                </a:path>
              </a:pathLst>
            </a:custGeom>
            <a:gradFill rotWithShape="true">
              <a:gsLst>
                <a:gs pos="0">
                  <a:srgbClr val="F81034">
                    <a:alpha val="100000"/>
                  </a:srgbClr>
                </a:gs>
                <a:gs pos="28000">
                  <a:srgbClr val="F81034">
                    <a:alpha val="100000"/>
                  </a:srgbClr>
                </a:gs>
                <a:gs pos="100000">
                  <a:srgbClr val="420909">
                    <a:alpha val="100000"/>
                  </a:srgbClr>
                </a:gs>
              </a:gsLst>
              <a:lin ang="2814425"/>
            </a:gradFill>
          </p:spPr>
        </p:sp>
      </p:grpSp>
      <p:grpSp>
        <p:nvGrpSpPr>
          <p:cNvPr name="Group 7" id="7"/>
          <p:cNvGrpSpPr/>
          <p:nvPr/>
        </p:nvGrpSpPr>
        <p:grpSpPr>
          <a:xfrm rot="2585587">
            <a:off x="1313074" y="479426"/>
            <a:ext cx="714008" cy="714008"/>
            <a:chOff x="0" y="0"/>
            <a:chExt cx="952011" cy="95201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51992" cy="951992"/>
            </a:xfrm>
            <a:custGeom>
              <a:avLst/>
              <a:gdLst/>
              <a:ahLst/>
              <a:cxnLst/>
              <a:rect r="r" b="b" t="t" l="l"/>
              <a:pathLst>
                <a:path h="951992" w="951992">
                  <a:moveTo>
                    <a:pt x="951992" y="0"/>
                  </a:moveTo>
                  <a:lnTo>
                    <a:pt x="0" y="0"/>
                  </a:lnTo>
                  <a:lnTo>
                    <a:pt x="317373" y="317373"/>
                  </a:lnTo>
                  <a:lnTo>
                    <a:pt x="634619" y="317373"/>
                  </a:lnTo>
                  <a:lnTo>
                    <a:pt x="634619" y="634619"/>
                  </a:lnTo>
                  <a:lnTo>
                    <a:pt x="951992" y="951992"/>
                  </a:lnTo>
                  <a:close/>
                </a:path>
              </a:pathLst>
            </a:custGeom>
            <a:gradFill rotWithShape="true">
              <a:gsLst>
                <a:gs pos="0">
                  <a:srgbClr val="F81034">
                    <a:alpha val="100000"/>
                  </a:srgbClr>
                </a:gs>
                <a:gs pos="43000">
                  <a:srgbClr val="810A26">
                    <a:alpha val="100000"/>
                  </a:srgbClr>
                </a:gs>
                <a:gs pos="100000">
                  <a:srgbClr val="420909">
                    <a:alpha val="100000"/>
                  </a:srgbClr>
                </a:gs>
              </a:gsLst>
              <a:lin ang="10914445"/>
            </a:gradFill>
          </p:spPr>
        </p:sp>
      </p:grpSp>
      <p:grpSp>
        <p:nvGrpSpPr>
          <p:cNvPr name="Group 9" id="9"/>
          <p:cNvGrpSpPr/>
          <p:nvPr/>
        </p:nvGrpSpPr>
        <p:grpSpPr>
          <a:xfrm rot="2585587">
            <a:off x="1817674" y="479426"/>
            <a:ext cx="714008" cy="714008"/>
            <a:chOff x="0" y="0"/>
            <a:chExt cx="952011" cy="95201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51992" cy="951992"/>
            </a:xfrm>
            <a:custGeom>
              <a:avLst/>
              <a:gdLst/>
              <a:ahLst/>
              <a:cxnLst/>
              <a:rect r="r" b="b" t="t" l="l"/>
              <a:pathLst>
                <a:path h="951992" w="951992">
                  <a:moveTo>
                    <a:pt x="951992" y="0"/>
                  </a:moveTo>
                  <a:lnTo>
                    <a:pt x="0" y="0"/>
                  </a:lnTo>
                  <a:lnTo>
                    <a:pt x="317373" y="317373"/>
                  </a:lnTo>
                  <a:lnTo>
                    <a:pt x="634619" y="317373"/>
                  </a:lnTo>
                  <a:lnTo>
                    <a:pt x="634619" y="634619"/>
                  </a:lnTo>
                  <a:lnTo>
                    <a:pt x="951992" y="951992"/>
                  </a:lnTo>
                  <a:close/>
                </a:path>
              </a:pathLst>
            </a:custGeom>
            <a:gradFill rotWithShape="true">
              <a:gsLst>
                <a:gs pos="0">
                  <a:srgbClr val="F81034">
                    <a:alpha val="100000"/>
                  </a:srgbClr>
                </a:gs>
                <a:gs pos="9000">
                  <a:srgbClr val="810A26">
                    <a:alpha val="100000"/>
                  </a:srgbClr>
                </a:gs>
                <a:gs pos="100000">
                  <a:srgbClr val="420909">
                    <a:alpha val="100000"/>
                  </a:srgbClr>
                </a:gs>
              </a:gsLst>
              <a:lin ang="10914445"/>
            </a:grad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4838594" y="435898"/>
            <a:ext cx="3183741" cy="2122494"/>
          </a:xfrm>
          <a:custGeom>
            <a:avLst/>
            <a:gdLst/>
            <a:ahLst/>
            <a:cxnLst/>
            <a:rect r="r" b="b" t="t" l="l"/>
            <a:pathLst>
              <a:path h="2122494" w="3183741">
                <a:moveTo>
                  <a:pt x="0" y="0"/>
                </a:moveTo>
                <a:lnTo>
                  <a:pt x="3183741" y="0"/>
                </a:lnTo>
                <a:lnTo>
                  <a:pt x="3183741" y="2122495"/>
                </a:lnTo>
                <a:lnTo>
                  <a:pt x="0" y="21224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615027" y="712605"/>
            <a:ext cx="9057946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SEGURIDAD </a:t>
            </a:r>
            <a:r>
              <a:rPr lang="en-US" sz="6999" b="true">
                <a:solidFill>
                  <a:srgbClr val="FF2525"/>
                </a:solidFill>
                <a:latin typeface="Oswald Bold"/>
                <a:ea typeface="Oswald Bold"/>
                <a:cs typeface="Oswald Bold"/>
                <a:sym typeface="Oswald Bold"/>
              </a:rPr>
              <a:t>(ISO 27001)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174678" y="2520293"/>
            <a:ext cx="8825550" cy="1236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58"/>
              </a:lnSpc>
            </a:pPr>
            <a:r>
              <a:rPr lang="en-US" sz="2506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Control de Acceso</a:t>
            </a:r>
          </a:p>
          <a:p>
            <a:pPr algn="just" marL="541119" indent="-270559" lvl="1">
              <a:lnSpc>
                <a:spcPts val="3258"/>
              </a:lnSpc>
              <a:buFont typeface="Arial"/>
              <a:buChar char="•"/>
            </a:pPr>
            <a:r>
              <a:rPr lang="en-US" sz="250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Roles separados: coach / atleta</a:t>
            </a:r>
          </a:p>
          <a:p>
            <a:pPr algn="just" marL="541119" indent="-270559" lvl="1">
              <a:lnSpc>
                <a:spcPts val="3258"/>
              </a:lnSpc>
              <a:buFont typeface="Arial"/>
              <a:buChar char="•"/>
            </a:pPr>
            <a:r>
              <a:rPr lang="en-US" sz="250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Cada uno accede solo a lo que le corresponde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080101" y="4505959"/>
            <a:ext cx="8939911" cy="1236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58"/>
              </a:lnSpc>
            </a:pPr>
            <a:r>
              <a:rPr lang="en-US" sz="2506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Autenticación con JWT (SimpleJWT)</a:t>
            </a:r>
          </a:p>
          <a:p>
            <a:pPr algn="just" marL="541119" indent="-270559" lvl="1">
              <a:lnSpc>
                <a:spcPts val="3258"/>
              </a:lnSpc>
              <a:buFont typeface="Arial"/>
              <a:buChar char="•"/>
            </a:pPr>
            <a:r>
              <a:rPr lang="en-US" sz="250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Tokens seguros para acceder al backend</a:t>
            </a:r>
          </a:p>
          <a:p>
            <a:pPr algn="just" marL="541119" indent="-270559" lvl="1">
              <a:lnSpc>
                <a:spcPts val="3258"/>
              </a:lnSpc>
              <a:buFont typeface="Arial"/>
              <a:buChar char="•"/>
            </a:pPr>
            <a:r>
              <a:rPr lang="en-US" sz="250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Sesiones confiables sin almacenar contraseñas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265029" y="6316627"/>
            <a:ext cx="8825550" cy="1236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58"/>
              </a:lnSpc>
            </a:pPr>
            <a:r>
              <a:rPr lang="en-US" sz="2506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Protección de datos en entorno</a:t>
            </a:r>
          </a:p>
          <a:p>
            <a:pPr algn="just" marL="541119" indent="-270559" lvl="1">
              <a:lnSpc>
                <a:spcPts val="3258"/>
              </a:lnSpc>
              <a:buFont typeface="Arial"/>
              <a:buChar char="•"/>
            </a:pPr>
            <a:r>
              <a:rPr lang="en-US" sz="250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Variables sensibles en archivos .env</a:t>
            </a:r>
          </a:p>
          <a:p>
            <a:pPr algn="just" marL="541119" indent="-270559" lvl="1">
              <a:lnSpc>
                <a:spcPts val="3258"/>
              </a:lnSpc>
              <a:buFont typeface="Arial"/>
              <a:buChar char="•"/>
            </a:pPr>
            <a:r>
              <a:rPr lang="en-US" sz="250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Nunca expuestas en el código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080101" y="8306084"/>
            <a:ext cx="8939911" cy="826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58"/>
              </a:lnSpc>
            </a:pPr>
            <a:r>
              <a:rPr lang="en-US" sz="2506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Hashing seguro de contraseñas</a:t>
            </a:r>
          </a:p>
          <a:p>
            <a:pPr algn="just" marL="541119" indent="-270559" lvl="1">
              <a:lnSpc>
                <a:spcPts val="3258"/>
              </a:lnSpc>
              <a:buFont typeface="Arial"/>
              <a:buChar char="•"/>
            </a:pPr>
            <a:r>
              <a:rPr lang="en-US" sz="250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PBKDF2 (mecanismo seguro nativo de Django)</a:t>
            </a:r>
          </a:p>
        </p:txBody>
      </p:sp>
      <p:grpSp>
        <p:nvGrpSpPr>
          <p:cNvPr name="Group 17" id="17"/>
          <p:cNvGrpSpPr/>
          <p:nvPr/>
        </p:nvGrpSpPr>
        <p:grpSpPr>
          <a:xfrm rot="-8214413">
            <a:off x="17217958" y="9188449"/>
            <a:ext cx="714008" cy="714008"/>
            <a:chOff x="0" y="0"/>
            <a:chExt cx="952011" cy="95201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51992" cy="951992"/>
            </a:xfrm>
            <a:custGeom>
              <a:avLst/>
              <a:gdLst/>
              <a:ahLst/>
              <a:cxnLst/>
              <a:rect r="r" b="b" t="t" l="l"/>
              <a:pathLst>
                <a:path h="951992" w="951992">
                  <a:moveTo>
                    <a:pt x="951992" y="0"/>
                  </a:moveTo>
                  <a:lnTo>
                    <a:pt x="0" y="0"/>
                  </a:lnTo>
                  <a:lnTo>
                    <a:pt x="317373" y="317373"/>
                  </a:lnTo>
                  <a:lnTo>
                    <a:pt x="634619" y="317373"/>
                  </a:lnTo>
                  <a:lnTo>
                    <a:pt x="634619" y="634619"/>
                  </a:lnTo>
                  <a:lnTo>
                    <a:pt x="951992" y="951992"/>
                  </a:lnTo>
                  <a:close/>
                </a:path>
              </a:pathLst>
            </a:custGeom>
            <a:gradFill rotWithShape="true">
              <a:gsLst>
                <a:gs pos="0">
                  <a:srgbClr val="F81034">
                    <a:alpha val="100000"/>
                  </a:srgbClr>
                </a:gs>
                <a:gs pos="79000">
                  <a:srgbClr val="F81034">
                    <a:alpha val="100000"/>
                  </a:srgbClr>
                </a:gs>
                <a:gs pos="100000">
                  <a:srgbClr val="420909">
                    <a:alpha val="100000"/>
                  </a:srgbClr>
                </a:gs>
              </a:gsLst>
              <a:lin ang="13614425"/>
            </a:gradFill>
          </p:spPr>
        </p:sp>
      </p:grpSp>
      <p:grpSp>
        <p:nvGrpSpPr>
          <p:cNvPr name="Group 19" id="19"/>
          <p:cNvGrpSpPr/>
          <p:nvPr/>
        </p:nvGrpSpPr>
        <p:grpSpPr>
          <a:xfrm rot="-8214413">
            <a:off x="16693756" y="9188449"/>
            <a:ext cx="714008" cy="714008"/>
            <a:chOff x="0" y="0"/>
            <a:chExt cx="952011" cy="95201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51992" cy="951992"/>
            </a:xfrm>
            <a:custGeom>
              <a:avLst/>
              <a:gdLst/>
              <a:ahLst/>
              <a:cxnLst/>
              <a:rect r="r" b="b" t="t" l="l"/>
              <a:pathLst>
                <a:path h="951992" w="951992">
                  <a:moveTo>
                    <a:pt x="951992" y="0"/>
                  </a:moveTo>
                  <a:lnTo>
                    <a:pt x="0" y="0"/>
                  </a:lnTo>
                  <a:lnTo>
                    <a:pt x="317373" y="317373"/>
                  </a:lnTo>
                  <a:lnTo>
                    <a:pt x="634619" y="317373"/>
                  </a:lnTo>
                  <a:lnTo>
                    <a:pt x="634619" y="634619"/>
                  </a:lnTo>
                  <a:lnTo>
                    <a:pt x="951992" y="951992"/>
                  </a:lnTo>
                  <a:close/>
                </a:path>
              </a:pathLst>
            </a:custGeom>
            <a:gradFill rotWithShape="true">
              <a:gsLst>
                <a:gs pos="0">
                  <a:srgbClr val="F81034">
                    <a:alpha val="100000"/>
                  </a:srgbClr>
                </a:gs>
                <a:gs pos="28000">
                  <a:srgbClr val="F81034">
                    <a:alpha val="100000"/>
                  </a:srgbClr>
                </a:gs>
                <a:gs pos="100000">
                  <a:srgbClr val="420909">
                    <a:alpha val="100000"/>
                  </a:srgbClr>
                </a:gs>
              </a:gsLst>
              <a:lin ang="13614425"/>
            </a:gradFill>
          </p:spPr>
        </p:sp>
      </p:grpSp>
      <p:grpSp>
        <p:nvGrpSpPr>
          <p:cNvPr name="Group 21" id="21"/>
          <p:cNvGrpSpPr/>
          <p:nvPr/>
        </p:nvGrpSpPr>
        <p:grpSpPr>
          <a:xfrm rot="-8214413">
            <a:off x="16167608" y="9188449"/>
            <a:ext cx="714008" cy="714008"/>
            <a:chOff x="0" y="0"/>
            <a:chExt cx="952011" cy="95201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51992" cy="951992"/>
            </a:xfrm>
            <a:custGeom>
              <a:avLst/>
              <a:gdLst/>
              <a:ahLst/>
              <a:cxnLst/>
              <a:rect r="r" b="b" t="t" l="l"/>
              <a:pathLst>
                <a:path h="951992" w="951992">
                  <a:moveTo>
                    <a:pt x="951992" y="0"/>
                  </a:moveTo>
                  <a:lnTo>
                    <a:pt x="0" y="0"/>
                  </a:lnTo>
                  <a:lnTo>
                    <a:pt x="317373" y="317373"/>
                  </a:lnTo>
                  <a:lnTo>
                    <a:pt x="634619" y="317373"/>
                  </a:lnTo>
                  <a:lnTo>
                    <a:pt x="634619" y="634619"/>
                  </a:lnTo>
                  <a:lnTo>
                    <a:pt x="951992" y="951992"/>
                  </a:lnTo>
                  <a:close/>
                </a:path>
              </a:pathLst>
            </a:custGeom>
            <a:gradFill rotWithShape="true">
              <a:gsLst>
                <a:gs pos="0">
                  <a:srgbClr val="F81034">
                    <a:alpha val="100000"/>
                  </a:srgbClr>
                </a:gs>
                <a:gs pos="43000">
                  <a:srgbClr val="810A26">
                    <a:alpha val="100000"/>
                  </a:srgbClr>
                </a:gs>
                <a:gs pos="100000">
                  <a:srgbClr val="420909">
                    <a:alpha val="100000"/>
                  </a:srgbClr>
                </a:gs>
              </a:gsLst>
              <a:lin ang="114445"/>
            </a:gradFill>
          </p:spPr>
        </p:sp>
      </p:grpSp>
      <p:grpSp>
        <p:nvGrpSpPr>
          <p:cNvPr name="Group 23" id="23"/>
          <p:cNvGrpSpPr/>
          <p:nvPr/>
        </p:nvGrpSpPr>
        <p:grpSpPr>
          <a:xfrm rot="-8214413">
            <a:off x="15650958" y="9188449"/>
            <a:ext cx="714008" cy="714008"/>
            <a:chOff x="0" y="0"/>
            <a:chExt cx="952011" cy="95201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51992" cy="951992"/>
            </a:xfrm>
            <a:custGeom>
              <a:avLst/>
              <a:gdLst/>
              <a:ahLst/>
              <a:cxnLst/>
              <a:rect r="r" b="b" t="t" l="l"/>
              <a:pathLst>
                <a:path h="951992" w="951992">
                  <a:moveTo>
                    <a:pt x="951992" y="0"/>
                  </a:moveTo>
                  <a:lnTo>
                    <a:pt x="0" y="0"/>
                  </a:lnTo>
                  <a:lnTo>
                    <a:pt x="317373" y="317373"/>
                  </a:lnTo>
                  <a:lnTo>
                    <a:pt x="634619" y="317373"/>
                  </a:lnTo>
                  <a:lnTo>
                    <a:pt x="634619" y="634619"/>
                  </a:lnTo>
                  <a:lnTo>
                    <a:pt x="951992" y="951992"/>
                  </a:lnTo>
                  <a:close/>
                </a:path>
              </a:pathLst>
            </a:custGeom>
            <a:gradFill rotWithShape="true">
              <a:gsLst>
                <a:gs pos="0">
                  <a:srgbClr val="F81034">
                    <a:alpha val="100000"/>
                  </a:srgbClr>
                </a:gs>
                <a:gs pos="9000">
                  <a:srgbClr val="810A26">
                    <a:alpha val="100000"/>
                  </a:srgbClr>
                </a:gs>
                <a:gs pos="100000">
                  <a:srgbClr val="420909">
                    <a:alpha val="100000"/>
                  </a:srgbClr>
                </a:gs>
              </a:gsLst>
              <a:lin ang="114445"/>
            </a:grad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700"/>
            <a:ext cx="18288006" cy="10287002"/>
          </a:xfrm>
          <a:custGeom>
            <a:avLst/>
            <a:gdLst/>
            <a:ahLst/>
            <a:cxnLst/>
            <a:rect r="r" b="b" t="t" l="l"/>
            <a:pathLst>
              <a:path h="10287002" w="18288006">
                <a:moveTo>
                  <a:pt x="0" y="0"/>
                </a:moveTo>
                <a:lnTo>
                  <a:pt x="18288006" y="0"/>
                </a:lnTo>
                <a:lnTo>
                  <a:pt x="18288006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637626" y="453691"/>
            <a:ext cx="10796530" cy="1035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39"/>
              </a:lnSpc>
            </a:pPr>
            <a:r>
              <a:rPr lang="en-US" sz="6099" b="true">
                <a:solidFill>
                  <a:srgbClr val="F1F1F1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RIESGOS DEL</a:t>
            </a:r>
            <a:r>
              <a:rPr lang="en-US" sz="6099" b="true">
                <a:solidFill>
                  <a:srgbClr val="F81034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 PROYECTO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24699" y="2374399"/>
            <a:ext cx="14422384" cy="1642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71"/>
              </a:lnSpc>
            </a:pPr>
            <a:r>
              <a:rPr lang="en-US" sz="2642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 Comunicación ineficiente dentro del equipo </a:t>
            </a:r>
            <a:r>
              <a:rPr lang="en-US" sz="2642" b="true">
                <a:solidFill>
                  <a:srgbClr val="FFBD59"/>
                </a:solidFill>
                <a:latin typeface="Arimo Bold"/>
                <a:ea typeface="Arimo Bold"/>
                <a:cs typeface="Arimo Bold"/>
                <a:sym typeface="Arimo Bold"/>
              </a:rPr>
              <a:t>(Impacto Medio)</a:t>
            </a:r>
          </a:p>
          <a:p>
            <a:pPr algn="just">
              <a:lnSpc>
                <a:spcPts val="3171"/>
              </a:lnSpc>
            </a:pPr>
          </a:p>
          <a:p>
            <a:pPr algn="just" marL="570531" indent="-285266" lvl="1">
              <a:lnSpc>
                <a:spcPts val="3171"/>
              </a:lnSpc>
              <a:buFont typeface="Arial"/>
              <a:buChar char="•"/>
            </a:pPr>
            <a:r>
              <a:rPr lang="en-US" b="true" sz="2642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Riesgo: </a:t>
            </a:r>
            <a:r>
              <a:rPr lang="en-US" sz="264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Dificultad en el desarrollo del proyecto.</a:t>
            </a:r>
          </a:p>
          <a:p>
            <a:pPr algn="just" marL="570531" indent="-285266" lvl="1">
              <a:lnSpc>
                <a:spcPts val="3171"/>
              </a:lnSpc>
              <a:buFont typeface="Arial"/>
              <a:buChar char="•"/>
            </a:pPr>
            <a:r>
              <a:rPr lang="en-US" b="true" sz="2642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Respuesta: </a:t>
            </a:r>
            <a:r>
              <a:rPr lang="en-US" sz="264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Reunión para evaluar pérdidas y definir recuperación del avance.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24699" y="5189801"/>
            <a:ext cx="14422384" cy="161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71"/>
              </a:lnSpc>
            </a:pPr>
            <a:r>
              <a:rPr lang="en-US" sz="2642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Librería de graficos no funciona correctamente </a:t>
            </a:r>
            <a:r>
              <a:rPr lang="en-US" sz="2642" b="true">
                <a:solidFill>
                  <a:srgbClr val="CD0F3C"/>
                </a:solidFill>
                <a:latin typeface="Arimo Bold"/>
                <a:ea typeface="Arimo Bold"/>
                <a:cs typeface="Arimo Bold"/>
                <a:sym typeface="Arimo Bold"/>
              </a:rPr>
              <a:t>(Impacto Alto)</a:t>
            </a:r>
          </a:p>
          <a:p>
            <a:pPr algn="just">
              <a:lnSpc>
                <a:spcPts val="3171"/>
              </a:lnSpc>
            </a:pPr>
          </a:p>
          <a:p>
            <a:pPr algn="just" marL="570530" indent="-285265" lvl="1">
              <a:lnSpc>
                <a:spcPts val="3171"/>
              </a:lnSpc>
              <a:buFont typeface="Arial"/>
              <a:buChar char="•"/>
            </a:pPr>
            <a:r>
              <a:rPr lang="en-US" b="true" sz="2642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Riesgo: </a:t>
            </a:r>
            <a:r>
              <a:rPr lang="en-US" sz="264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Incompatibilidad técnica con React Native y Django.</a:t>
            </a:r>
          </a:p>
          <a:p>
            <a:pPr algn="just" marL="570530" indent="-285265" lvl="1">
              <a:lnSpc>
                <a:spcPts val="3171"/>
              </a:lnSpc>
              <a:buFont typeface="Arial"/>
              <a:buChar char="•"/>
            </a:pPr>
            <a:r>
              <a:rPr lang="en-US" b="true" sz="2642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Respuesta: </a:t>
            </a:r>
            <a:r>
              <a:rPr lang="en-US" sz="264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Evaluar alternativas y seleccionar la opción técnicamente más estable.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32808" y="7694876"/>
            <a:ext cx="14422384" cy="161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1"/>
              </a:lnSpc>
            </a:pPr>
            <a:r>
              <a:rPr lang="en-US" sz="2642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Falta de conocimientos técnicos en el equipo </a:t>
            </a:r>
            <a:r>
              <a:rPr lang="en-US" sz="2642" b="true">
                <a:solidFill>
                  <a:srgbClr val="CD0F3C"/>
                </a:solidFill>
                <a:latin typeface="Arimo Bold"/>
                <a:ea typeface="Arimo Bold"/>
                <a:cs typeface="Arimo Bold"/>
                <a:sym typeface="Arimo Bold"/>
              </a:rPr>
              <a:t>(Impacto Alto)</a:t>
            </a:r>
          </a:p>
          <a:p>
            <a:pPr algn="l">
              <a:lnSpc>
                <a:spcPts val="3171"/>
              </a:lnSpc>
            </a:pPr>
          </a:p>
          <a:p>
            <a:pPr algn="l" marL="570531" indent="-285266" lvl="1">
              <a:lnSpc>
                <a:spcPts val="3171"/>
              </a:lnSpc>
              <a:buFont typeface="Arial"/>
              <a:buChar char="•"/>
            </a:pPr>
            <a:r>
              <a:rPr lang="en-US" b="true" sz="2642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Riesgo: </a:t>
            </a:r>
            <a:r>
              <a:rPr lang="en-US" sz="264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Estancamiento en el desarrollo</a:t>
            </a:r>
          </a:p>
          <a:p>
            <a:pPr algn="l" marL="570531" indent="-285266" lvl="1">
              <a:lnSpc>
                <a:spcPts val="3171"/>
              </a:lnSpc>
              <a:buFont typeface="Arial"/>
              <a:buChar char="•"/>
            </a:pPr>
            <a:r>
              <a:rPr lang="en-US" b="true" sz="2642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Respuesta: </a:t>
            </a:r>
            <a:r>
              <a:rPr lang="en-US" sz="264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Integrante reporta la falta y estudia mientras desarrolla.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6" y="44168"/>
            <a:ext cx="18288006" cy="10287002"/>
          </a:xfrm>
          <a:custGeom>
            <a:avLst/>
            <a:gdLst/>
            <a:ahLst/>
            <a:cxnLst/>
            <a:rect r="r" b="b" t="t" l="l"/>
            <a:pathLst>
              <a:path h="10287002" w="18288006">
                <a:moveTo>
                  <a:pt x="18288006" y="0"/>
                </a:moveTo>
                <a:lnTo>
                  <a:pt x="0" y="0"/>
                </a:lnTo>
                <a:lnTo>
                  <a:pt x="0" y="10287002"/>
                </a:lnTo>
                <a:lnTo>
                  <a:pt x="18288006" y="10287002"/>
                </a:lnTo>
                <a:lnTo>
                  <a:pt x="18288006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489126"/>
            <a:ext cx="3335608" cy="6208369"/>
            <a:chOff x="0" y="0"/>
            <a:chExt cx="2752159" cy="512243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52159" cy="5122431"/>
            </a:xfrm>
            <a:custGeom>
              <a:avLst/>
              <a:gdLst/>
              <a:ahLst/>
              <a:cxnLst/>
              <a:rect r="r" b="b" t="t" l="l"/>
              <a:pathLst>
                <a:path h="5122431" w="2752159">
                  <a:moveTo>
                    <a:pt x="0" y="0"/>
                  </a:moveTo>
                  <a:lnTo>
                    <a:pt x="2752159" y="0"/>
                  </a:lnTo>
                  <a:lnTo>
                    <a:pt x="2752159" y="5122431"/>
                  </a:lnTo>
                  <a:lnTo>
                    <a:pt x="0" y="5122431"/>
                  </a:lnTo>
                  <a:close/>
                </a:path>
              </a:pathLst>
            </a:custGeom>
            <a:solidFill>
              <a:srgbClr val="EBCEB5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153520" y="1489126"/>
            <a:ext cx="3287019" cy="6208369"/>
            <a:chOff x="0" y="0"/>
            <a:chExt cx="2712069" cy="512243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12070" cy="5122431"/>
            </a:xfrm>
            <a:custGeom>
              <a:avLst/>
              <a:gdLst/>
              <a:ahLst/>
              <a:cxnLst/>
              <a:rect r="r" b="b" t="t" l="l"/>
              <a:pathLst>
                <a:path h="5122431" w="2712070">
                  <a:moveTo>
                    <a:pt x="0" y="0"/>
                  </a:moveTo>
                  <a:lnTo>
                    <a:pt x="2712070" y="0"/>
                  </a:lnTo>
                  <a:lnTo>
                    <a:pt x="2712070" y="5122431"/>
                  </a:lnTo>
                  <a:lnTo>
                    <a:pt x="0" y="5122431"/>
                  </a:lnTo>
                  <a:close/>
                </a:path>
              </a:pathLst>
            </a:custGeom>
            <a:solidFill>
              <a:srgbClr val="EBCEB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28700" y="7871977"/>
            <a:ext cx="8122157" cy="1935672"/>
            <a:chOff x="0" y="0"/>
            <a:chExt cx="3707150" cy="88348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707150" cy="883488"/>
            </a:xfrm>
            <a:custGeom>
              <a:avLst/>
              <a:gdLst/>
              <a:ahLst/>
              <a:cxnLst/>
              <a:rect r="r" b="b" t="t" l="l"/>
              <a:pathLst>
                <a:path h="883488" w="3707150">
                  <a:moveTo>
                    <a:pt x="0" y="0"/>
                  </a:moveTo>
                  <a:lnTo>
                    <a:pt x="3707150" y="0"/>
                  </a:lnTo>
                  <a:lnTo>
                    <a:pt x="3707150" y="883488"/>
                  </a:lnTo>
                  <a:lnTo>
                    <a:pt x="0" y="883488"/>
                  </a:lnTo>
                  <a:close/>
                </a:path>
              </a:pathLst>
            </a:custGeom>
            <a:solidFill>
              <a:srgbClr val="F1F1F1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312518" y="7871977"/>
            <a:ext cx="8122157" cy="1935672"/>
            <a:chOff x="0" y="0"/>
            <a:chExt cx="3707150" cy="88348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707150" cy="883488"/>
            </a:xfrm>
            <a:custGeom>
              <a:avLst/>
              <a:gdLst/>
              <a:ahLst/>
              <a:cxnLst/>
              <a:rect r="r" b="b" t="t" l="l"/>
              <a:pathLst>
                <a:path h="883488" w="3707150">
                  <a:moveTo>
                    <a:pt x="0" y="0"/>
                  </a:moveTo>
                  <a:lnTo>
                    <a:pt x="3707150" y="0"/>
                  </a:lnTo>
                  <a:lnTo>
                    <a:pt x="3707150" y="883488"/>
                  </a:lnTo>
                  <a:lnTo>
                    <a:pt x="0" y="883488"/>
                  </a:lnTo>
                  <a:close/>
                </a:path>
              </a:pathLst>
            </a:custGeom>
            <a:solidFill>
              <a:srgbClr val="EBCEB5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044759" y="1489126"/>
            <a:ext cx="2914999" cy="3075810"/>
            <a:chOff x="0" y="0"/>
            <a:chExt cx="2405122" cy="253780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05122" cy="2537804"/>
            </a:xfrm>
            <a:custGeom>
              <a:avLst/>
              <a:gdLst/>
              <a:ahLst/>
              <a:cxnLst/>
              <a:rect r="r" b="b" t="t" l="l"/>
              <a:pathLst>
                <a:path h="2537804" w="2405122">
                  <a:moveTo>
                    <a:pt x="0" y="0"/>
                  </a:moveTo>
                  <a:lnTo>
                    <a:pt x="2405122" y="0"/>
                  </a:lnTo>
                  <a:lnTo>
                    <a:pt x="2405122" y="2537804"/>
                  </a:lnTo>
                  <a:lnTo>
                    <a:pt x="0" y="2537804"/>
                  </a:lnTo>
                  <a:close/>
                </a:path>
              </a:pathLst>
            </a:custGeom>
            <a:solidFill>
              <a:srgbClr val="F1F1F1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044759" y="4683163"/>
            <a:ext cx="2914999" cy="3014332"/>
            <a:chOff x="0" y="0"/>
            <a:chExt cx="2405122" cy="24870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05122" cy="2487080"/>
            </a:xfrm>
            <a:custGeom>
              <a:avLst/>
              <a:gdLst/>
              <a:ahLst/>
              <a:cxnLst/>
              <a:rect r="r" b="b" t="t" l="l"/>
              <a:pathLst>
                <a:path h="2487080" w="2405122">
                  <a:moveTo>
                    <a:pt x="0" y="0"/>
                  </a:moveTo>
                  <a:lnTo>
                    <a:pt x="2405122" y="0"/>
                  </a:lnTo>
                  <a:lnTo>
                    <a:pt x="2405122" y="2487080"/>
                  </a:lnTo>
                  <a:lnTo>
                    <a:pt x="0" y="2487080"/>
                  </a:lnTo>
                  <a:close/>
                </a:path>
              </a:pathLst>
            </a:custGeom>
            <a:solidFill>
              <a:srgbClr val="F1F1F1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601547" y="1489126"/>
            <a:ext cx="3260281" cy="6208369"/>
            <a:chOff x="0" y="0"/>
            <a:chExt cx="2690009" cy="512243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690009" cy="5122431"/>
            </a:xfrm>
            <a:custGeom>
              <a:avLst/>
              <a:gdLst/>
              <a:ahLst/>
              <a:cxnLst/>
              <a:rect r="r" b="b" t="t" l="l"/>
              <a:pathLst>
                <a:path h="5122431" w="2690009">
                  <a:moveTo>
                    <a:pt x="0" y="0"/>
                  </a:moveTo>
                  <a:lnTo>
                    <a:pt x="2690009" y="0"/>
                  </a:lnTo>
                  <a:lnTo>
                    <a:pt x="2690009" y="5122431"/>
                  </a:lnTo>
                  <a:lnTo>
                    <a:pt x="0" y="5122431"/>
                  </a:lnTo>
                  <a:close/>
                </a:path>
              </a:pathLst>
            </a:custGeom>
            <a:solidFill>
              <a:srgbClr val="EBCEB5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4503617" y="1489126"/>
            <a:ext cx="2914999" cy="3075810"/>
            <a:chOff x="0" y="0"/>
            <a:chExt cx="2405122" cy="253780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405122" cy="2537804"/>
            </a:xfrm>
            <a:custGeom>
              <a:avLst/>
              <a:gdLst/>
              <a:ahLst/>
              <a:cxnLst/>
              <a:rect r="r" b="b" t="t" l="l"/>
              <a:pathLst>
                <a:path h="2537804" w="2405122">
                  <a:moveTo>
                    <a:pt x="0" y="0"/>
                  </a:moveTo>
                  <a:lnTo>
                    <a:pt x="2405122" y="0"/>
                  </a:lnTo>
                  <a:lnTo>
                    <a:pt x="2405122" y="2537804"/>
                  </a:lnTo>
                  <a:lnTo>
                    <a:pt x="0" y="2537804"/>
                  </a:lnTo>
                  <a:close/>
                </a:path>
              </a:pathLst>
            </a:custGeom>
            <a:solidFill>
              <a:srgbClr val="F1F1F1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503617" y="4683163"/>
            <a:ext cx="2914999" cy="3014332"/>
            <a:chOff x="0" y="0"/>
            <a:chExt cx="2405122" cy="24870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405122" cy="2487080"/>
            </a:xfrm>
            <a:custGeom>
              <a:avLst/>
              <a:gdLst/>
              <a:ahLst/>
              <a:cxnLst/>
              <a:rect r="r" b="b" t="t" l="l"/>
              <a:pathLst>
                <a:path h="2487080" w="2405122">
                  <a:moveTo>
                    <a:pt x="0" y="0"/>
                  </a:moveTo>
                  <a:lnTo>
                    <a:pt x="2405122" y="0"/>
                  </a:lnTo>
                  <a:lnTo>
                    <a:pt x="2405122" y="2487080"/>
                  </a:lnTo>
                  <a:lnTo>
                    <a:pt x="0" y="2487080"/>
                  </a:lnTo>
                  <a:close/>
                </a:path>
              </a:pathLst>
            </a:custGeom>
            <a:solidFill>
              <a:srgbClr val="F1F1F1"/>
            </a:solidFill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1282322" y="1754312"/>
            <a:ext cx="490160" cy="405650"/>
          </a:xfrm>
          <a:custGeom>
            <a:avLst/>
            <a:gdLst/>
            <a:ahLst/>
            <a:cxnLst/>
            <a:rect r="r" b="b" t="t" l="l"/>
            <a:pathLst>
              <a:path h="405650" w="490160">
                <a:moveTo>
                  <a:pt x="0" y="0"/>
                </a:moveTo>
                <a:lnTo>
                  <a:pt x="490160" y="0"/>
                </a:lnTo>
                <a:lnTo>
                  <a:pt x="490160" y="405650"/>
                </a:lnTo>
                <a:lnTo>
                  <a:pt x="0" y="4056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7797333" y="1705187"/>
            <a:ext cx="437327" cy="472148"/>
          </a:xfrm>
          <a:custGeom>
            <a:avLst/>
            <a:gdLst/>
            <a:ahLst/>
            <a:cxnLst/>
            <a:rect r="r" b="b" t="t" l="l"/>
            <a:pathLst>
              <a:path h="472148" w="437327">
                <a:moveTo>
                  <a:pt x="0" y="0"/>
                </a:moveTo>
                <a:lnTo>
                  <a:pt x="437327" y="0"/>
                </a:lnTo>
                <a:lnTo>
                  <a:pt x="437327" y="472147"/>
                </a:lnTo>
                <a:lnTo>
                  <a:pt x="0" y="47214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4734458" y="1744115"/>
            <a:ext cx="362104" cy="466478"/>
          </a:xfrm>
          <a:custGeom>
            <a:avLst/>
            <a:gdLst/>
            <a:ahLst/>
            <a:cxnLst/>
            <a:rect r="r" b="b" t="t" l="l"/>
            <a:pathLst>
              <a:path h="466478" w="362104">
                <a:moveTo>
                  <a:pt x="0" y="0"/>
                </a:moveTo>
                <a:lnTo>
                  <a:pt x="362104" y="0"/>
                </a:lnTo>
                <a:lnTo>
                  <a:pt x="362104" y="466479"/>
                </a:lnTo>
                <a:lnTo>
                  <a:pt x="0" y="46647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4690925" y="4893902"/>
            <a:ext cx="449169" cy="453707"/>
          </a:xfrm>
          <a:custGeom>
            <a:avLst/>
            <a:gdLst/>
            <a:ahLst/>
            <a:cxnLst/>
            <a:rect r="r" b="b" t="t" l="l"/>
            <a:pathLst>
              <a:path h="453707" w="449169">
                <a:moveTo>
                  <a:pt x="0" y="0"/>
                </a:moveTo>
                <a:lnTo>
                  <a:pt x="449170" y="0"/>
                </a:lnTo>
                <a:lnTo>
                  <a:pt x="449170" y="453707"/>
                </a:lnTo>
                <a:lnTo>
                  <a:pt x="0" y="45370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1195236" y="1736619"/>
            <a:ext cx="404651" cy="441036"/>
          </a:xfrm>
          <a:custGeom>
            <a:avLst/>
            <a:gdLst/>
            <a:ahLst/>
            <a:cxnLst/>
            <a:rect r="r" b="b" t="t" l="l"/>
            <a:pathLst>
              <a:path h="441036" w="404651">
                <a:moveTo>
                  <a:pt x="0" y="0"/>
                </a:moveTo>
                <a:lnTo>
                  <a:pt x="404651" y="0"/>
                </a:lnTo>
                <a:lnTo>
                  <a:pt x="404651" y="441037"/>
                </a:lnTo>
                <a:lnTo>
                  <a:pt x="0" y="44103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9415359" y="8012293"/>
            <a:ext cx="442542" cy="437563"/>
          </a:xfrm>
          <a:custGeom>
            <a:avLst/>
            <a:gdLst/>
            <a:ahLst/>
            <a:cxnLst/>
            <a:rect r="r" b="b" t="t" l="l"/>
            <a:pathLst>
              <a:path h="437563" w="442542">
                <a:moveTo>
                  <a:pt x="0" y="0"/>
                </a:moveTo>
                <a:lnTo>
                  <a:pt x="442542" y="0"/>
                </a:lnTo>
                <a:lnTo>
                  <a:pt x="442542" y="437563"/>
                </a:lnTo>
                <a:lnTo>
                  <a:pt x="0" y="437563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170173" y="7998101"/>
            <a:ext cx="459272" cy="398419"/>
          </a:xfrm>
          <a:custGeom>
            <a:avLst/>
            <a:gdLst/>
            <a:ahLst/>
            <a:cxnLst/>
            <a:rect r="r" b="b" t="t" l="l"/>
            <a:pathLst>
              <a:path h="398419" w="459272">
                <a:moveTo>
                  <a:pt x="0" y="0"/>
                </a:moveTo>
                <a:lnTo>
                  <a:pt x="459272" y="0"/>
                </a:lnTo>
                <a:lnTo>
                  <a:pt x="459272" y="398418"/>
                </a:lnTo>
                <a:lnTo>
                  <a:pt x="0" y="398418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4294438" y="1722399"/>
            <a:ext cx="435085" cy="435085"/>
          </a:xfrm>
          <a:custGeom>
            <a:avLst/>
            <a:gdLst/>
            <a:ahLst/>
            <a:cxnLst/>
            <a:rect r="r" b="b" t="t" l="l"/>
            <a:pathLst>
              <a:path h="435085" w="435085">
                <a:moveTo>
                  <a:pt x="0" y="0"/>
                </a:moveTo>
                <a:lnTo>
                  <a:pt x="435085" y="0"/>
                </a:lnTo>
                <a:lnTo>
                  <a:pt x="435085" y="435085"/>
                </a:lnTo>
                <a:lnTo>
                  <a:pt x="0" y="435085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1291414" y="4816534"/>
            <a:ext cx="451054" cy="503971"/>
          </a:xfrm>
          <a:custGeom>
            <a:avLst/>
            <a:gdLst/>
            <a:ahLst/>
            <a:cxnLst/>
            <a:rect r="r" b="b" t="t" l="l"/>
            <a:pathLst>
              <a:path h="503971" w="451054">
                <a:moveTo>
                  <a:pt x="0" y="0"/>
                </a:moveTo>
                <a:lnTo>
                  <a:pt x="451054" y="0"/>
                </a:lnTo>
                <a:lnTo>
                  <a:pt x="451054" y="503971"/>
                </a:lnTo>
                <a:lnTo>
                  <a:pt x="0" y="503971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4886169" y="288375"/>
            <a:ext cx="9943463" cy="1119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97"/>
              </a:lnSpc>
            </a:pPr>
            <a:r>
              <a:rPr lang="en-US" sz="6569" b="true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MODELO DE </a:t>
            </a:r>
            <a:r>
              <a:rPr lang="en-US" sz="6569" b="true">
                <a:solidFill>
                  <a:srgbClr val="FF2525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NEGOCIO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000776" y="8013904"/>
            <a:ext cx="3054045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Fuente de Ingresos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772482" y="8000279"/>
            <a:ext cx="378260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Estructura de Costos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237697" y="4694036"/>
            <a:ext cx="1984257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4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Recursos Clave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70173" y="2612783"/>
            <a:ext cx="2869881" cy="164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Servicios cloud (Supabase).</a:t>
            </a:r>
          </a:p>
          <a:p>
            <a:pPr algn="just">
              <a:lnSpc>
                <a:spcPts val="2239"/>
              </a:lnSpc>
            </a:pPr>
          </a:p>
          <a:p>
            <a:pPr algn="just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Coaches beta testers.</a:t>
            </a:r>
          </a:p>
          <a:p>
            <a:pPr algn="just">
              <a:lnSpc>
                <a:spcPts val="2239"/>
              </a:lnSpc>
            </a:pPr>
          </a:p>
          <a:p>
            <a:pPr algn="just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Clubes de powerlifting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772482" y="8529440"/>
            <a:ext cx="6930428" cy="925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88623" indent="-194312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Infraestructura tecnológica (hosting, base de datos, IA).</a:t>
            </a:r>
          </a:p>
          <a:p>
            <a:pPr algn="just" marL="388623" indent="-194312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Desarrollo y mantenimiento del software.</a:t>
            </a:r>
          </a:p>
          <a:p>
            <a:pPr algn="just" marL="388623" indent="-194312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Soporte y atención al cliente.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000776" y="8367944"/>
            <a:ext cx="7634745" cy="1369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Planes:</a:t>
            </a:r>
          </a:p>
          <a:p>
            <a:pPr algn="just" marL="690879" indent="-230293" lvl="2">
              <a:lnSpc>
                <a:spcPts val="2239"/>
              </a:lnSpc>
              <a:buFont typeface="Arial"/>
              <a:buChar char="⚬"/>
            </a:pP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Plan Coach 5: </a:t>
            </a:r>
            <a:r>
              <a:rPr lang="en-US" b="true" sz="15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$15.990 CLP/mes</a:t>
            </a: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(hasta 5 atletas).</a:t>
            </a:r>
          </a:p>
          <a:p>
            <a:pPr algn="just" marL="690879" indent="-230293" lvl="2">
              <a:lnSpc>
                <a:spcPts val="2239"/>
              </a:lnSpc>
              <a:buFont typeface="Arial"/>
              <a:buChar char="⚬"/>
            </a:pP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Plan Coach 10: </a:t>
            </a:r>
            <a:r>
              <a:rPr lang="en-US" b="true" sz="15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$25.990 CLP/mes</a:t>
            </a: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(hasta 10 atletas).</a:t>
            </a:r>
          </a:p>
          <a:p>
            <a:pPr algn="just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Planes mayores según demanda futura.</a:t>
            </a:r>
          </a:p>
          <a:p>
            <a:pPr algn="just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Etapa beta: foco en retención y feedback.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4620370" y="2640225"/>
            <a:ext cx="2543026" cy="2075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31770" indent="-165885" lvl="1">
              <a:lnSpc>
                <a:spcPts val="2151"/>
              </a:lnSpc>
              <a:buFont typeface="Arial"/>
              <a:buChar char="•"/>
            </a:pPr>
            <a:r>
              <a:rPr lang="en-US" sz="153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Entrenamiento y ajuste del modelo de IA según feedback real.</a:t>
            </a:r>
          </a:p>
          <a:p>
            <a:pPr algn="just">
              <a:lnSpc>
                <a:spcPts val="1765"/>
              </a:lnSpc>
            </a:pPr>
          </a:p>
          <a:p>
            <a:pPr algn="just" marL="331770" indent="-165885" lvl="1">
              <a:lnSpc>
                <a:spcPts val="2151"/>
              </a:lnSpc>
              <a:buFont typeface="Arial"/>
              <a:buChar char="•"/>
            </a:pPr>
            <a:r>
              <a:rPr lang="en-US" sz="153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Recopilación y análisis de métricas de uso y retención.</a:t>
            </a:r>
          </a:p>
          <a:p>
            <a:pPr algn="just">
              <a:lnSpc>
                <a:spcPts val="2151"/>
              </a:lnSpc>
            </a:pPr>
          </a:p>
        </p:txBody>
      </p:sp>
      <p:sp>
        <p:nvSpPr>
          <p:cNvPr name="TextBox 39" id="39"/>
          <p:cNvSpPr txBox="true"/>
          <p:nvPr/>
        </p:nvSpPr>
        <p:spPr>
          <a:xfrm rot="0">
            <a:off x="11195236" y="2612783"/>
            <a:ext cx="2579091" cy="1369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Comunidad de coaches</a:t>
            </a:r>
          </a:p>
          <a:p>
            <a:pPr algn="just">
              <a:lnSpc>
                <a:spcPts val="2239"/>
              </a:lnSpc>
            </a:pPr>
          </a:p>
          <a:p>
            <a:pPr algn="just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Comunicación directa (mail de soporte).</a:t>
            </a:r>
          </a:p>
          <a:p>
            <a:pPr algn="just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Equipo Plift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1237317" y="5633633"/>
            <a:ext cx="2579091" cy="164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Página web y redes sociales.</a:t>
            </a:r>
          </a:p>
          <a:p>
            <a:pPr algn="just">
              <a:lnSpc>
                <a:spcPts val="2239"/>
              </a:lnSpc>
            </a:pPr>
          </a:p>
          <a:p>
            <a:pPr algn="just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Referencias ente entrenadores (Boca a Boca).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4643739" y="5611721"/>
            <a:ext cx="2579091" cy="192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Base de datos de entrenamientos y métricas de atletas.</a:t>
            </a:r>
          </a:p>
          <a:p>
            <a:pPr algn="just">
              <a:lnSpc>
                <a:spcPts val="2239"/>
              </a:lnSpc>
            </a:pPr>
          </a:p>
          <a:p>
            <a:pPr algn="just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Equipo de desarrollo (Backend, Frontend).</a:t>
            </a:r>
          </a:p>
          <a:p>
            <a:pPr algn="just">
              <a:lnSpc>
                <a:spcPts val="2239"/>
              </a:lnSpc>
            </a:pPr>
          </a:p>
        </p:txBody>
      </p:sp>
      <p:sp>
        <p:nvSpPr>
          <p:cNvPr name="TextBox 42" id="42"/>
          <p:cNvSpPr txBox="true"/>
          <p:nvPr/>
        </p:nvSpPr>
        <p:spPr>
          <a:xfrm rot="0">
            <a:off x="7794105" y="2612783"/>
            <a:ext cx="2807958" cy="3026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IA asistida para el día a día: check-in breve de fatiga, dolor y energía para obtener recomendaciones automáticas de cargas seguras para el día</a:t>
            </a:r>
          </a:p>
          <a:p>
            <a:pPr algn="just">
              <a:lnSpc>
                <a:spcPts val="2239"/>
              </a:lnSpc>
            </a:pPr>
          </a:p>
          <a:p>
            <a:pPr algn="just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Reemplazar plantillas manuales con flujos simples y reutilizables. 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4335247" y="2612783"/>
            <a:ext cx="2807958" cy="2197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Entrenadores de Powerlifting</a:t>
            </a:r>
          </a:p>
          <a:p>
            <a:pPr algn="just">
              <a:lnSpc>
                <a:spcPts val="2239"/>
              </a:lnSpc>
            </a:pPr>
          </a:p>
          <a:p>
            <a:pPr algn="just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Atletas que desean un seguimiento personalizado y adaptado de parte de un entrenador 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5096562" y="1530418"/>
            <a:ext cx="2136279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b="true" sz="24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Actividades Clave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8325699" y="1550634"/>
            <a:ext cx="2528560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4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Propuesta de Valor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604982" y="1550634"/>
            <a:ext cx="2211426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4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Relación con Clientes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2066318" y="4896402"/>
            <a:ext cx="1389603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4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Canales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4729523" y="1550634"/>
            <a:ext cx="2565106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4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Segmento de Clientes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966244" y="1722772"/>
            <a:ext cx="2203998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Socios Clave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10800000">
            <a:off x="0" y="700"/>
            <a:ext cx="18288006" cy="10287002"/>
          </a:xfrm>
          <a:custGeom>
            <a:avLst/>
            <a:gdLst/>
            <a:ahLst/>
            <a:cxnLst/>
            <a:rect r="r" b="b" t="t" l="l"/>
            <a:pathLst>
              <a:path h="10287002" w="18288006">
                <a:moveTo>
                  <a:pt x="18288006" y="0"/>
                </a:moveTo>
                <a:lnTo>
                  <a:pt x="0" y="0"/>
                </a:lnTo>
                <a:lnTo>
                  <a:pt x="0" y="10287002"/>
                </a:lnTo>
                <a:lnTo>
                  <a:pt x="18288006" y="10287002"/>
                </a:lnTo>
                <a:lnTo>
                  <a:pt x="18288006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flipH="true">
            <a:off x="1235301" y="294547"/>
            <a:ext cx="1735187" cy="990567"/>
          </a:xfrm>
          <a:prstGeom prst="line">
            <a:avLst/>
          </a:prstGeom>
          <a:ln cap="rnd" w="571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2917647" y="293693"/>
            <a:ext cx="1623231" cy="860489"/>
          </a:xfrm>
          <a:prstGeom prst="line">
            <a:avLst/>
          </a:prstGeom>
          <a:ln cap="rnd" w="571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1248523" y="3429017"/>
            <a:ext cx="1754162" cy="915584"/>
          </a:xfrm>
          <a:prstGeom prst="line">
            <a:avLst/>
          </a:prstGeom>
          <a:ln cap="rnd" w="571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H="true">
            <a:off x="2961754" y="3415509"/>
            <a:ext cx="1623231" cy="931709"/>
          </a:xfrm>
          <a:prstGeom prst="line">
            <a:avLst/>
          </a:prstGeom>
          <a:ln cap="rnd" w="571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6592905" y="95714"/>
            <a:ext cx="5102196" cy="10095572"/>
            <a:chOff x="0" y="0"/>
            <a:chExt cx="2620010" cy="51841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5"/>
              <a:stretch>
                <a:fillRect l="-64" t="0" r="-64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EBCEB5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FCE9D8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225471" y="889813"/>
            <a:ext cx="5516043" cy="2500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98"/>
              </a:lnSpc>
            </a:pPr>
            <a:r>
              <a:rPr lang="en-US" b="true" sz="4784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VIDEO </a:t>
            </a:r>
            <a:r>
              <a:rPr lang="en-US" b="true" sz="4784">
                <a:solidFill>
                  <a:srgbClr val="F81034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DEMOSTRACIÓN</a:t>
            </a:r>
            <a:r>
              <a:rPr lang="en-US" b="true" sz="4784">
                <a:solidFill>
                  <a:srgbClr val="FF2525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 </a:t>
            </a:r>
            <a:r>
              <a:rPr lang="en-US" b="true" sz="4784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PLIFT COACH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10800000">
            <a:off x="0" y="700"/>
            <a:ext cx="18288006" cy="10287002"/>
          </a:xfrm>
          <a:custGeom>
            <a:avLst/>
            <a:gdLst/>
            <a:ahLst/>
            <a:cxnLst/>
            <a:rect r="r" b="b" t="t" l="l"/>
            <a:pathLst>
              <a:path h="10287002" w="18288006">
                <a:moveTo>
                  <a:pt x="18288006" y="0"/>
                </a:moveTo>
                <a:lnTo>
                  <a:pt x="0" y="0"/>
                </a:lnTo>
                <a:lnTo>
                  <a:pt x="0" y="10287002"/>
                </a:lnTo>
                <a:lnTo>
                  <a:pt x="18288006" y="10287002"/>
                </a:lnTo>
                <a:lnTo>
                  <a:pt x="18288006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6581259" y="72671"/>
            <a:ext cx="5125487" cy="10141658"/>
            <a:chOff x="0" y="0"/>
            <a:chExt cx="2620010" cy="51841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5"/>
              <a:stretch>
                <a:fillRect l="-64" t="0" r="-64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EBCEB5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FCE9D8"/>
            </a:solidFill>
          </p:spPr>
        </p:sp>
      </p:grpSp>
      <p:sp>
        <p:nvSpPr>
          <p:cNvPr name="AutoShape 14" id="14"/>
          <p:cNvSpPr/>
          <p:nvPr/>
        </p:nvSpPr>
        <p:spPr>
          <a:xfrm flipH="true">
            <a:off x="13626783" y="336823"/>
            <a:ext cx="1735187" cy="990567"/>
          </a:xfrm>
          <a:prstGeom prst="line">
            <a:avLst/>
          </a:prstGeom>
          <a:ln cap="rnd" w="571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15309129" y="335969"/>
            <a:ext cx="1623231" cy="860489"/>
          </a:xfrm>
          <a:prstGeom prst="line">
            <a:avLst/>
          </a:prstGeom>
          <a:ln cap="rnd" w="571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13640005" y="3471292"/>
            <a:ext cx="1754162" cy="915584"/>
          </a:xfrm>
          <a:prstGeom prst="line">
            <a:avLst/>
          </a:prstGeom>
          <a:ln cap="rnd" w="571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 flipH="true">
            <a:off x="15353236" y="3457785"/>
            <a:ext cx="1623231" cy="931709"/>
          </a:xfrm>
          <a:prstGeom prst="line">
            <a:avLst/>
          </a:prstGeom>
          <a:ln cap="rnd" w="571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8" id="18"/>
          <p:cNvSpPr txBox="true"/>
          <p:nvPr/>
        </p:nvSpPr>
        <p:spPr>
          <a:xfrm rot="0">
            <a:off x="12616952" y="932089"/>
            <a:ext cx="5516043" cy="2500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98"/>
              </a:lnSpc>
            </a:pPr>
            <a:r>
              <a:rPr lang="en-US" b="true" sz="4784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VIDEO </a:t>
            </a:r>
            <a:r>
              <a:rPr lang="en-US" b="true" sz="4784">
                <a:solidFill>
                  <a:srgbClr val="F81034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DEMOSTRACIÓN</a:t>
            </a:r>
            <a:r>
              <a:rPr lang="en-US" b="true" sz="4784">
                <a:solidFill>
                  <a:srgbClr val="FF2525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 </a:t>
            </a:r>
            <a:r>
              <a:rPr lang="en-US" b="true" sz="4784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PLIFT ATLETA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599050" y="1428286"/>
            <a:ext cx="6528490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b="true" sz="7000" i="true">
                <a:solidFill>
                  <a:srgbClr val="FFFFFF"/>
                </a:solidFill>
                <a:latin typeface="Montserrat Ultra-Bold Italics"/>
                <a:ea typeface="Montserrat Ultra-Bold Italics"/>
                <a:cs typeface="Montserrat Ultra-Bold Italics"/>
                <a:sym typeface="Montserrat Ultra-Bold Italics"/>
              </a:rPr>
              <a:t>CONCLUSIÓN</a:t>
            </a:r>
          </a:p>
        </p:txBody>
      </p:sp>
      <p:grpSp>
        <p:nvGrpSpPr>
          <p:cNvPr name="Group 4" id="4"/>
          <p:cNvGrpSpPr/>
          <p:nvPr/>
        </p:nvGrpSpPr>
        <p:grpSpPr>
          <a:xfrm rot="-2585587">
            <a:off x="17307501" y="421195"/>
            <a:ext cx="714008" cy="714008"/>
            <a:chOff x="0" y="0"/>
            <a:chExt cx="952011" cy="95201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51992" cy="951992"/>
            </a:xfrm>
            <a:custGeom>
              <a:avLst/>
              <a:gdLst/>
              <a:ahLst/>
              <a:cxnLst/>
              <a:rect r="r" b="b" t="t" l="l"/>
              <a:pathLst>
                <a:path h="951992" w="951992">
                  <a:moveTo>
                    <a:pt x="0" y="0"/>
                  </a:moveTo>
                  <a:lnTo>
                    <a:pt x="951992" y="0"/>
                  </a:lnTo>
                  <a:lnTo>
                    <a:pt x="634619" y="317373"/>
                  </a:lnTo>
                  <a:lnTo>
                    <a:pt x="317373" y="317373"/>
                  </a:lnTo>
                  <a:lnTo>
                    <a:pt x="317373" y="634619"/>
                  </a:lnTo>
                  <a:lnTo>
                    <a:pt x="0" y="951992"/>
                  </a:lnTo>
                  <a:close/>
                </a:path>
              </a:pathLst>
            </a:custGeom>
            <a:gradFill rotWithShape="true">
              <a:gsLst>
                <a:gs pos="0">
                  <a:srgbClr val="F81034">
                    <a:alpha val="100000"/>
                  </a:srgbClr>
                </a:gs>
                <a:gs pos="79000">
                  <a:srgbClr val="F81034">
                    <a:alpha val="100000"/>
                  </a:srgbClr>
                </a:gs>
                <a:gs pos="100000">
                  <a:srgbClr val="420909">
                    <a:alpha val="100000"/>
                  </a:srgbClr>
                </a:gs>
              </a:gsLst>
              <a:lin ang="7985599"/>
            </a:gradFill>
          </p:spPr>
        </p:sp>
      </p:grpSp>
      <p:grpSp>
        <p:nvGrpSpPr>
          <p:cNvPr name="Group 6" id="6"/>
          <p:cNvGrpSpPr/>
          <p:nvPr/>
        </p:nvGrpSpPr>
        <p:grpSpPr>
          <a:xfrm rot="-2585587">
            <a:off x="16783299" y="421195"/>
            <a:ext cx="714008" cy="714008"/>
            <a:chOff x="0" y="0"/>
            <a:chExt cx="952011" cy="95201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51992" cy="951992"/>
            </a:xfrm>
            <a:custGeom>
              <a:avLst/>
              <a:gdLst/>
              <a:ahLst/>
              <a:cxnLst/>
              <a:rect r="r" b="b" t="t" l="l"/>
              <a:pathLst>
                <a:path h="951992" w="951992">
                  <a:moveTo>
                    <a:pt x="0" y="0"/>
                  </a:moveTo>
                  <a:lnTo>
                    <a:pt x="951992" y="0"/>
                  </a:lnTo>
                  <a:lnTo>
                    <a:pt x="634619" y="317373"/>
                  </a:lnTo>
                  <a:lnTo>
                    <a:pt x="317373" y="317373"/>
                  </a:lnTo>
                  <a:lnTo>
                    <a:pt x="317373" y="634619"/>
                  </a:lnTo>
                  <a:lnTo>
                    <a:pt x="0" y="951992"/>
                  </a:lnTo>
                  <a:close/>
                </a:path>
              </a:pathLst>
            </a:custGeom>
            <a:gradFill rotWithShape="true">
              <a:gsLst>
                <a:gs pos="0">
                  <a:srgbClr val="F81034">
                    <a:alpha val="100000"/>
                  </a:srgbClr>
                </a:gs>
                <a:gs pos="28000">
                  <a:srgbClr val="F81034">
                    <a:alpha val="100000"/>
                  </a:srgbClr>
                </a:gs>
                <a:gs pos="100000">
                  <a:srgbClr val="420909">
                    <a:alpha val="100000"/>
                  </a:srgbClr>
                </a:gs>
              </a:gsLst>
              <a:lin ang="7985599"/>
            </a:gradFill>
          </p:spPr>
        </p:sp>
      </p:grpSp>
      <p:grpSp>
        <p:nvGrpSpPr>
          <p:cNvPr name="Group 8" id="8"/>
          <p:cNvGrpSpPr/>
          <p:nvPr/>
        </p:nvGrpSpPr>
        <p:grpSpPr>
          <a:xfrm rot="-2585587">
            <a:off x="16257151" y="421195"/>
            <a:ext cx="714008" cy="714008"/>
            <a:chOff x="0" y="0"/>
            <a:chExt cx="952011" cy="95201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51992" cy="951992"/>
            </a:xfrm>
            <a:custGeom>
              <a:avLst/>
              <a:gdLst/>
              <a:ahLst/>
              <a:cxnLst/>
              <a:rect r="r" b="b" t="t" l="l"/>
              <a:pathLst>
                <a:path h="951992" w="951992">
                  <a:moveTo>
                    <a:pt x="0" y="0"/>
                  </a:moveTo>
                  <a:lnTo>
                    <a:pt x="951992" y="0"/>
                  </a:lnTo>
                  <a:lnTo>
                    <a:pt x="634619" y="317373"/>
                  </a:lnTo>
                  <a:lnTo>
                    <a:pt x="317373" y="317373"/>
                  </a:lnTo>
                  <a:lnTo>
                    <a:pt x="317373" y="634619"/>
                  </a:lnTo>
                  <a:lnTo>
                    <a:pt x="0" y="951992"/>
                  </a:lnTo>
                  <a:close/>
                </a:path>
              </a:pathLst>
            </a:custGeom>
            <a:gradFill rotWithShape="true">
              <a:gsLst>
                <a:gs pos="0">
                  <a:srgbClr val="F81034">
                    <a:alpha val="100000"/>
                  </a:srgbClr>
                </a:gs>
                <a:gs pos="43000">
                  <a:srgbClr val="810A26">
                    <a:alpha val="100000"/>
                  </a:srgbClr>
                </a:gs>
                <a:gs pos="100000">
                  <a:srgbClr val="420909">
                    <a:alpha val="100000"/>
                  </a:srgbClr>
                </a:gs>
              </a:gsLst>
              <a:lin ang="16085619"/>
            </a:gradFill>
          </p:spPr>
        </p:sp>
      </p:grpSp>
      <p:grpSp>
        <p:nvGrpSpPr>
          <p:cNvPr name="Group 10" id="10"/>
          <p:cNvGrpSpPr/>
          <p:nvPr/>
        </p:nvGrpSpPr>
        <p:grpSpPr>
          <a:xfrm rot="-2585587">
            <a:off x="15740501" y="421195"/>
            <a:ext cx="714008" cy="714008"/>
            <a:chOff x="0" y="0"/>
            <a:chExt cx="952011" cy="95201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51992" cy="951992"/>
            </a:xfrm>
            <a:custGeom>
              <a:avLst/>
              <a:gdLst/>
              <a:ahLst/>
              <a:cxnLst/>
              <a:rect r="r" b="b" t="t" l="l"/>
              <a:pathLst>
                <a:path h="951992" w="951992">
                  <a:moveTo>
                    <a:pt x="0" y="0"/>
                  </a:moveTo>
                  <a:lnTo>
                    <a:pt x="951992" y="0"/>
                  </a:lnTo>
                  <a:lnTo>
                    <a:pt x="634619" y="317373"/>
                  </a:lnTo>
                  <a:lnTo>
                    <a:pt x="317373" y="317373"/>
                  </a:lnTo>
                  <a:lnTo>
                    <a:pt x="317373" y="634619"/>
                  </a:lnTo>
                  <a:lnTo>
                    <a:pt x="0" y="951992"/>
                  </a:lnTo>
                  <a:close/>
                </a:path>
              </a:pathLst>
            </a:custGeom>
            <a:gradFill rotWithShape="true">
              <a:gsLst>
                <a:gs pos="0">
                  <a:srgbClr val="F81034">
                    <a:alpha val="100000"/>
                  </a:srgbClr>
                </a:gs>
                <a:gs pos="9000">
                  <a:srgbClr val="810A26">
                    <a:alpha val="100000"/>
                  </a:srgbClr>
                </a:gs>
                <a:gs pos="100000">
                  <a:srgbClr val="420909">
                    <a:alpha val="100000"/>
                  </a:srgbClr>
                </a:gs>
              </a:gsLst>
              <a:lin ang="16085619"/>
            </a:gradFill>
          </p:spPr>
        </p:sp>
      </p:grpSp>
      <p:grpSp>
        <p:nvGrpSpPr>
          <p:cNvPr name="Group 12" id="12"/>
          <p:cNvGrpSpPr/>
          <p:nvPr/>
        </p:nvGrpSpPr>
        <p:grpSpPr>
          <a:xfrm rot="8214413">
            <a:off x="8535600" y="8901296"/>
            <a:ext cx="714008" cy="714008"/>
            <a:chOff x="0" y="0"/>
            <a:chExt cx="952011" cy="95201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51992" cy="951992"/>
            </a:xfrm>
            <a:custGeom>
              <a:avLst/>
              <a:gdLst/>
              <a:ahLst/>
              <a:cxnLst/>
              <a:rect r="r" b="b" t="t" l="l"/>
              <a:pathLst>
                <a:path h="951992" w="951992">
                  <a:moveTo>
                    <a:pt x="0" y="0"/>
                  </a:moveTo>
                  <a:lnTo>
                    <a:pt x="951992" y="0"/>
                  </a:lnTo>
                  <a:lnTo>
                    <a:pt x="634619" y="317373"/>
                  </a:lnTo>
                  <a:lnTo>
                    <a:pt x="317373" y="317373"/>
                  </a:lnTo>
                  <a:lnTo>
                    <a:pt x="317373" y="634619"/>
                  </a:lnTo>
                  <a:lnTo>
                    <a:pt x="0" y="951992"/>
                  </a:lnTo>
                  <a:close/>
                </a:path>
              </a:pathLst>
            </a:custGeom>
            <a:gradFill rotWithShape="true">
              <a:gsLst>
                <a:gs pos="0">
                  <a:srgbClr val="F81034">
                    <a:alpha val="100000"/>
                  </a:srgbClr>
                </a:gs>
                <a:gs pos="79000">
                  <a:srgbClr val="F81034">
                    <a:alpha val="100000"/>
                  </a:srgbClr>
                </a:gs>
                <a:gs pos="100000">
                  <a:srgbClr val="420909">
                    <a:alpha val="100000"/>
                  </a:srgbClr>
                </a:gs>
              </a:gsLst>
              <a:lin ang="18785599"/>
            </a:gradFill>
          </p:spPr>
        </p:sp>
      </p:grpSp>
      <p:grpSp>
        <p:nvGrpSpPr>
          <p:cNvPr name="Group 14" id="14"/>
          <p:cNvGrpSpPr/>
          <p:nvPr/>
        </p:nvGrpSpPr>
        <p:grpSpPr>
          <a:xfrm rot="8214413">
            <a:off x="9059802" y="8901296"/>
            <a:ext cx="714008" cy="714008"/>
            <a:chOff x="0" y="0"/>
            <a:chExt cx="952011" cy="95201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51992" cy="951992"/>
            </a:xfrm>
            <a:custGeom>
              <a:avLst/>
              <a:gdLst/>
              <a:ahLst/>
              <a:cxnLst/>
              <a:rect r="r" b="b" t="t" l="l"/>
              <a:pathLst>
                <a:path h="951992" w="951992">
                  <a:moveTo>
                    <a:pt x="0" y="0"/>
                  </a:moveTo>
                  <a:lnTo>
                    <a:pt x="951992" y="0"/>
                  </a:lnTo>
                  <a:lnTo>
                    <a:pt x="634619" y="317373"/>
                  </a:lnTo>
                  <a:lnTo>
                    <a:pt x="317373" y="317373"/>
                  </a:lnTo>
                  <a:lnTo>
                    <a:pt x="317373" y="634619"/>
                  </a:lnTo>
                  <a:lnTo>
                    <a:pt x="0" y="951992"/>
                  </a:lnTo>
                  <a:close/>
                </a:path>
              </a:pathLst>
            </a:custGeom>
            <a:gradFill rotWithShape="true">
              <a:gsLst>
                <a:gs pos="0">
                  <a:srgbClr val="F81034">
                    <a:alpha val="100000"/>
                  </a:srgbClr>
                </a:gs>
                <a:gs pos="28000">
                  <a:srgbClr val="F81034">
                    <a:alpha val="100000"/>
                  </a:srgbClr>
                </a:gs>
                <a:gs pos="100000">
                  <a:srgbClr val="420909">
                    <a:alpha val="100000"/>
                  </a:srgbClr>
                </a:gs>
              </a:gsLst>
              <a:lin ang="18785599"/>
            </a:gradFill>
          </p:spPr>
        </p:sp>
      </p:grpSp>
      <p:grpSp>
        <p:nvGrpSpPr>
          <p:cNvPr name="Group 16" id="16"/>
          <p:cNvGrpSpPr/>
          <p:nvPr/>
        </p:nvGrpSpPr>
        <p:grpSpPr>
          <a:xfrm rot="8214413">
            <a:off x="9585950" y="8901296"/>
            <a:ext cx="714008" cy="714008"/>
            <a:chOff x="0" y="0"/>
            <a:chExt cx="952011" cy="95201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51992" cy="951992"/>
            </a:xfrm>
            <a:custGeom>
              <a:avLst/>
              <a:gdLst/>
              <a:ahLst/>
              <a:cxnLst/>
              <a:rect r="r" b="b" t="t" l="l"/>
              <a:pathLst>
                <a:path h="951992" w="951992">
                  <a:moveTo>
                    <a:pt x="0" y="0"/>
                  </a:moveTo>
                  <a:lnTo>
                    <a:pt x="951992" y="0"/>
                  </a:lnTo>
                  <a:lnTo>
                    <a:pt x="634619" y="317373"/>
                  </a:lnTo>
                  <a:lnTo>
                    <a:pt x="317373" y="317373"/>
                  </a:lnTo>
                  <a:lnTo>
                    <a:pt x="317373" y="634619"/>
                  </a:lnTo>
                  <a:lnTo>
                    <a:pt x="0" y="951992"/>
                  </a:lnTo>
                  <a:close/>
                </a:path>
              </a:pathLst>
            </a:custGeom>
            <a:gradFill rotWithShape="true">
              <a:gsLst>
                <a:gs pos="0">
                  <a:srgbClr val="F81034">
                    <a:alpha val="100000"/>
                  </a:srgbClr>
                </a:gs>
                <a:gs pos="43000">
                  <a:srgbClr val="810A26">
                    <a:alpha val="100000"/>
                  </a:srgbClr>
                </a:gs>
                <a:gs pos="100000">
                  <a:srgbClr val="420909">
                    <a:alpha val="100000"/>
                  </a:srgbClr>
                </a:gs>
              </a:gsLst>
              <a:lin ang="5285619"/>
            </a:gradFill>
          </p:spPr>
        </p:sp>
      </p:grpSp>
      <p:grpSp>
        <p:nvGrpSpPr>
          <p:cNvPr name="Group 18" id="18"/>
          <p:cNvGrpSpPr/>
          <p:nvPr/>
        </p:nvGrpSpPr>
        <p:grpSpPr>
          <a:xfrm rot="8214413">
            <a:off x="10102600" y="8901296"/>
            <a:ext cx="714008" cy="714008"/>
            <a:chOff x="0" y="0"/>
            <a:chExt cx="952011" cy="95201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51992" cy="951992"/>
            </a:xfrm>
            <a:custGeom>
              <a:avLst/>
              <a:gdLst/>
              <a:ahLst/>
              <a:cxnLst/>
              <a:rect r="r" b="b" t="t" l="l"/>
              <a:pathLst>
                <a:path h="951992" w="951992">
                  <a:moveTo>
                    <a:pt x="0" y="0"/>
                  </a:moveTo>
                  <a:lnTo>
                    <a:pt x="951992" y="0"/>
                  </a:lnTo>
                  <a:lnTo>
                    <a:pt x="634619" y="317373"/>
                  </a:lnTo>
                  <a:lnTo>
                    <a:pt x="317373" y="317373"/>
                  </a:lnTo>
                  <a:lnTo>
                    <a:pt x="317373" y="634619"/>
                  </a:lnTo>
                  <a:lnTo>
                    <a:pt x="0" y="951992"/>
                  </a:lnTo>
                  <a:close/>
                </a:path>
              </a:pathLst>
            </a:custGeom>
            <a:gradFill rotWithShape="true">
              <a:gsLst>
                <a:gs pos="0">
                  <a:srgbClr val="F81034">
                    <a:alpha val="100000"/>
                  </a:srgbClr>
                </a:gs>
                <a:gs pos="9000">
                  <a:srgbClr val="810A26">
                    <a:alpha val="100000"/>
                  </a:srgbClr>
                </a:gs>
                <a:gs pos="100000">
                  <a:srgbClr val="420909">
                    <a:alpha val="100000"/>
                  </a:srgbClr>
                </a:gs>
              </a:gsLst>
              <a:lin ang="5285619"/>
            </a:gra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467289" y="3171825"/>
            <a:ext cx="8792011" cy="3924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20"/>
              </a:lnSpc>
            </a:pPr>
            <a:r>
              <a:rPr lang="en-US" sz="26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Nuestro proyecto APT se consolidó como una plataforma para reducir la fricción operativa del coaching, reemplazando plantillas y procesos manuales por una gestión centralizada y clara. Su enfoque principal integra check-ins diarios con IA, reportes por bloques y una trazabilidad completa del progreso del atleta, permitiendo decisiones más informadas y un trabajo más eficiente. </a:t>
            </a:r>
          </a:p>
          <a:p>
            <a:pPr algn="just">
              <a:lnSpc>
                <a:spcPts val="3120"/>
              </a:lnSpc>
            </a:pPr>
            <a:r>
              <a:rPr lang="en-US" sz="26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Con esta estructura, PLift se posiciona como una herramienta integral, moderna y alineada con las necesidades reales del entrenamiento actual.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-4426176" y="-2101"/>
            <a:ext cx="12454810" cy="10289101"/>
            <a:chOff x="0" y="0"/>
            <a:chExt cx="16606413" cy="13718801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644889" y="0"/>
              <a:ext cx="15961524" cy="13716935"/>
              <a:chOff x="0" y="0"/>
              <a:chExt cx="812800" cy="6985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12800" cy="698500"/>
              </a:xfrm>
              <a:custGeom>
                <a:avLst/>
                <a:gdLst/>
                <a:ahLst/>
                <a:cxnLst/>
                <a:rect r="r" b="b" t="t" l="l"/>
                <a:pathLst>
                  <a:path h="698500" w="812800">
                    <a:moveTo>
                      <a:pt x="812800" y="349250"/>
                    </a:moveTo>
                    <a:lnTo>
                      <a:pt x="609600" y="698500"/>
                    </a:lnTo>
                    <a:lnTo>
                      <a:pt x="203200" y="698500"/>
                    </a:lnTo>
                    <a:lnTo>
                      <a:pt x="0" y="349250"/>
                    </a:lnTo>
                    <a:lnTo>
                      <a:pt x="203200" y="0"/>
                    </a:lnTo>
                    <a:lnTo>
                      <a:pt x="609600" y="0"/>
                    </a:lnTo>
                    <a:lnTo>
                      <a:pt x="812800" y="349250"/>
                    </a:lnTo>
                    <a:close/>
                  </a:path>
                </a:pathLst>
              </a:custGeom>
              <a:solidFill>
                <a:srgbClr val="810A26"/>
              </a:solidFill>
              <a:ln w="12700">
                <a:solidFill>
                  <a:srgbClr val="000000"/>
                </a:solidFill>
              </a:ln>
            </p:spPr>
          </p:sp>
        </p:grpSp>
        <p:grpSp>
          <p:nvGrpSpPr>
            <p:cNvPr name="Group 24" id="24"/>
            <p:cNvGrpSpPr/>
            <p:nvPr/>
          </p:nvGrpSpPr>
          <p:grpSpPr>
            <a:xfrm rot="0">
              <a:off x="0" y="1867"/>
              <a:ext cx="15961524" cy="13716935"/>
              <a:chOff x="0" y="0"/>
              <a:chExt cx="812800" cy="6985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812800" cy="698500"/>
              </a:xfrm>
              <a:custGeom>
                <a:avLst/>
                <a:gdLst/>
                <a:ahLst/>
                <a:cxnLst/>
                <a:rect r="r" b="b" t="t" l="l"/>
                <a:pathLst>
                  <a:path h="698500" w="812800">
                    <a:moveTo>
                      <a:pt x="812800" y="349250"/>
                    </a:moveTo>
                    <a:lnTo>
                      <a:pt x="609600" y="698500"/>
                    </a:lnTo>
                    <a:lnTo>
                      <a:pt x="203200" y="698500"/>
                    </a:lnTo>
                    <a:lnTo>
                      <a:pt x="0" y="349250"/>
                    </a:lnTo>
                    <a:lnTo>
                      <a:pt x="203200" y="0"/>
                    </a:lnTo>
                    <a:lnTo>
                      <a:pt x="609600" y="0"/>
                    </a:lnTo>
                    <a:lnTo>
                      <a:pt x="812800" y="34925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-182" t="0" r="-182" b="0"/>
                </a:stretch>
              </a:blipFill>
            </p:spPr>
          </p:sp>
        </p:grp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306276" y="1273275"/>
            <a:ext cx="5675447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b="true" sz="7000" i="true">
                <a:solidFill>
                  <a:srgbClr val="FFFFFF"/>
                </a:solidFill>
                <a:latin typeface="Montserrat Ultra-Bold Italics"/>
                <a:ea typeface="Montserrat Ultra-Bold Italics"/>
                <a:cs typeface="Montserrat Ultra-Bold Italics"/>
                <a:sym typeface="Montserrat Ultra-Bold Italics"/>
              </a:rPr>
              <a:t>Bibliografía</a:t>
            </a:r>
          </a:p>
        </p:txBody>
      </p:sp>
      <p:grpSp>
        <p:nvGrpSpPr>
          <p:cNvPr name="Group 4" id="4"/>
          <p:cNvGrpSpPr/>
          <p:nvPr/>
        </p:nvGrpSpPr>
        <p:grpSpPr>
          <a:xfrm rot="-2585587">
            <a:off x="17307501" y="421195"/>
            <a:ext cx="714008" cy="714008"/>
            <a:chOff x="0" y="0"/>
            <a:chExt cx="952011" cy="95201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51992" cy="951992"/>
            </a:xfrm>
            <a:custGeom>
              <a:avLst/>
              <a:gdLst/>
              <a:ahLst/>
              <a:cxnLst/>
              <a:rect r="r" b="b" t="t" l="l"/>
              <a:pathLst>
                <a:path h="951992" w="951992">
                  <a:moveTo>
                    <a:pt x="0" y="0"/>
                  </a:moveTo>
                  <a:lnTo>
                    <a:pt x="951992" y="0"/>
                  </a:lnTo>
                  <a:lnTo>
                    <a:pt x="634619" y="317373"/>
                  </a:lnTo>
                  <a:lnTo>
                    <a:pt x="317373" y="317373"/>
                  </a:lnTo>
                  <a:lnTo>
                    <a:pt x="317373" y="634619"/>
                  </a:lnTo>
                  <a:lnTo>
                    <a:pt x="0" y="951992"/>
                  </a:lnTo>
                  <a:close/>
                </a:path>
              </a:pathLst>
            </a:custGeom>
            <a:gradFill rotWithShape="true">
              <a:gsLst>
                <a:gs pos="0">
                  <a:srgbClr val="F81034">
                    <a:alpha val="100000"/>
                  </a:srgbClr>
                </a:gs>
                <a:gs pos="79000">
                  <a:srgbClr val="F81034">
                    <a:alpha val="100000"/>
                  </a:srgbClr>
                </a:gs>
                <a:gs pos="100000">
                  <a:srgbClr val="420909">
                    <a:alpha val="100000"/>
                  </a:srgbClr>
                </a:gs>
              </a:gsLst>
              <a:lin ang="7985599"/>
            </a:gradFill>
          </p:spPr>
        </p:sp>
      </p:grpSp>
      <p:grpSp>
        <p:nvGrpSpPr>
          <p:cNvPr name="Group 6" id="6"/>
          <p:cNvGrpSpPr/>
          <p:nvPr/>
        </p:nvGrpSpPr>
        <p:grpSpPr>
          <a:xfrm rot="-2585587">
            <a:off x="16783299" y="421195"/>
            <a:ext cx="714008" cy="714008"/>
            <a:chOff x="0" y="0"/>
            <a:chExt cx="952011" cy="95201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51992" cy="951992"/>
            </a:xfrm>
            <a:custGeom>
              <a:avLst/>
              <a:gdLst/>
              <a:ahLst/>
              <a:cxnLst/>
              <a:rect r="r" b="b" t="t" l="l"/>
              <a:pathLst>
                <a:path h="951992" w="951992">
                  <a:moveTo>
                    <a:pt x="0" y="0"/>
                  </a:moveTo>
                  <a:lnTo>
                    <a:pt x="951992" y="0"/>
                  </a:lnTo>
                  <a:lnTo>
                    <a:pt x="634619" y="317373"/>
                  </a:lnTo>
                  <a:lnTo>
                    <a:pt x="317373" y="317373"/>
                  </a:lnTo>
                  <a:lnTo>
                    <a:pt x="317373" y="634619"/>
                  </a:lnTo>
                  <a:lnTo>
                    <a:pt x="0" y="951992"/>
                  </a:lnTo>
                  <a:close/>
                </a:path>
              </a:pathLst>
            </a:custGeom>
            <a:gradFill rotWithShape="true">
              <a:gsLst>
                <a:gs pos="0">
                  <a:srgbClr val="F81034">
                    <a:alpha val="100000"/>
                  </a:srgbClr>
                </a:gs>
                <a:gs pos="28000">
                  <a:srgbClr val="F81034">
                    <a:alpha val="100000"/>
                  </a:srgbClr>
                </a:gs>
                <a:gs pos="100000">
                  <a:srgbClr val="420909">
                    <a:alpha val="100000"/>
                  </a:srgbClr>
                </a:gs>
              </a:gsLst>
              <a:lin ang="7985599"/>
            </a:gradFill>
          </p:spPr>
        </p:sp>
      </p:grpSp>
      <p:grpSp>
        <p:nvGrpSpPr>
          <p:cNvPr name="Group 8" id="8"/>
          <p:cNvGrpSpPr/>
          <p:nvPr/>
        </p:nvGrpSpPr>
        <p:grpSpPr>
          <a:xfrm rot="-2585587">
            <a:off x="16257151" y="421195"/>
            <a:ext cx="714008" cy="714008"/>
            <a:chOff x="0" y="0"/>
            <a:chExt cx="952011" cy="95201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51992" cy="951992"/>
            </a:xfrm>
            <a:custGeom>
              <a:avLst/>
              <a:gdLst/>
              <a:ahLst/>
              <a:cxnLst/>
              <a:rect r="r" b="b" t="t" l="l"/>
              <a:pathLst>
                <a:path h="951992" w="951992">
                  <a:moveTo>
                    <a:pt x="0" y="0"/>
                  </a:moveTo>
                  <a:lnTo>
                    <a:pt x="951992" y="0"/>
                  </a:lnTo>
                  <a:lnTo>
                    <a:pt x="634619" y="317373"/>
                  </a:lnTo>
                  <a:lnTo>
                    <a:pt x="317373" y="317373"/>
                  </a:lnTo>
                  <a:lnTo>
                    <a:pt x="317373" y="634619"/>
                  </a:lnTo>
                  <a:lnTo>
                    <a:pt x="0" y="951992"/>
                  </a:lnTo>
                  <a:close/>
                </a:path>
              </a:pathLst>
            </a:custGeom>
            <a:gradFill rotWithShape="true">
              <a:gsLst>
                <a:gs pos="0">
                  <a:srgbClr val="F81034">
                    <a:alpha val="100000"/>
                  </a:srgbClr>
                </a:gs>
                <a:gs pos="43000">
                  <a:srgbClr val="810A26">
                    <a:alpha val="100000"/>
                  </a:srgbClr>
                </a:gs>
                <a:gs pos="100000">
                  <a:srgbClr val="420909">
                    <a:alpha val="100000"/>
                  </a:srgbClr>
                </a:gs>
              </a:gsLst>
              <a:lin ang="16085619"/>
            </a:gradFill>
          </p:spPr>
        </p:sp>
      </p:grpSp>
      <p:grpSp>
        <p:nvGrpSpPr>
          <p:cNvPr name="Group 10" id="10"/>
          <p:cNvGrpSpPr/>
          <p:nvPr/>
        </p:nvGrpSpPr>
        <p:grpSpPr>
          <a:xfrm rot="-2585587">
            <a:off x="15740501" y="421195"/>
            <a:ext cx="714008" cy="714008"/>
            <a:chOff x="0" y="0"/>
            <a:chExt cx="952011" cy="95201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51992" cy="951992"/>
            </a:xfrm>
            <a:custGeom>
              <a:avLst/>
              <a:gdLst/>
              <a:ahLst/>
              <a:cxnLst/>
              <a:rect r="r" b="b" t="t" l="l"/>
              <a:pathLst>
                <a:path h="951992" w="951992">
                  <a:moveTo>
                    <a:pt x="0" y="0"/>
                  </a:moveTo>
                  <a:lnTo>
                    <a:pt x="951992" y="0"/>
                  </a:lnTo>
                  <a:lnTo>
                    <a:pt x="634619" y="317373"/>
                  </a:lnTo>
                  <a:lnTo>
                    <a:pt x="317373" y="317373"/>
                  </a:lnTo>
                  <a:lnTo>
                    <a:pt x="317373" y="634619"/>
                  </a:lnTo>
                  <a:lnTo>
                    <a:pt x="0" y="951992"/>
                  </a:lnTo>
                  <a:close/>
                </a:path>
              </a:pathLst>
            </a:custGeom>
            <a:gradFill rotWithShape="true">
              <a:gsLst>
                <a:gs pos="0">
                  <a:srgbClr val="F81034">
                    <a:alpha val="100000"/>
                  </a:srgbClr>
                </a:gs>
                <a:gs pos="9000">
                  <a:srgbClr val="810A26">
                    <a:alpha val="100000"/>
                  </a:srgbClr>
                </a:gs>
                <a:gs pos="100000">
                  <a:srgbClr val="420909">
                    <a:alpha val="100000"/>
                  </a:srgbClr>
                </a:gs>
              </a:gsLst>
              <a:lin ang="16085619"/>
            </a:gradFill>
          </p:spPr>
        </p:sp>
      </p:grpSp>
      <p:grpSp>
        <p:nvGrpSpPr>
          <p:cNvPr name="Group 12" id="12"/>
          <p:cNvGrpSpPr/>
          <p:nvPr/>
        </p:nvGrpSpPr>
        <p:grpSpPr>
          <a:xfrm rot="8214413">
            <a:off x="8535600" y="8901296"/>
            <a:ext cx="714008" cy="714008"/>
            <a:chOff x="0" y="0"/>
            <a:chExt cx="952011" cy="95201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51992" cy="951992"/>
            </a:xfrm>
            <a:custGeom>
              <a:avLst/>
              <a:gdLst/>
              <a:ahLst/>
              <a:cxnLst/>
              <a:rect r="r" b="b" t="t" l="l"/>
              <a:pathLst>
                <a:path h="951992" w="951992">
                  <a:moveTo>
                    <a:pt x="0" y="0"/>
                  </a:moveTo>
                  <a:lnTo>
                    <a:pt x="951992" y="0"/>
                  </a:lnTo>
                  <a:lnTo>
                    <a:pt x="634619" y="317373"/>
                  </a:lnTo>
                  <a:lnTo>
                    <a:pt x="317373" y="317373"/>
                  </a:lnTo>
                  <a:lnTo>
                    <a:pt x="317373" y="634619"/>
                  </a:lnTo>
                  <a:lnTo>
                    <a:pt x="0" y="951992"/>
                  </a:lnTo>
                  <a:close/>
                </a:path>
              </a:pathLst>
            </a:custGeom>
            <a:gradFill rotWithShape="true">
              <a:gsLst>
                <a:gs pos="0">
                  <a:srgbClr val="F81034">
                    <a:alpha val="100000"/>
                  </a:srgbClr>
                </a:gs>
                <a:gs pos="79000">
                  <a:srgbClr val="F81034">
                    <a:alpha val="100000"/>
                  </a:srgbClr>
                </a:gs>
                <a:gs pos="100000">
                  <a:srgbClr val="420909">
                    <a:alpha val="100000"/>
                  </a:srgbClr>
                </a:gs>
              </a:gsLst>
              <a:lin ang="18785599"/>
            </a:gradFill>
          </p:spPr>
        </p:sp>
      </p:grpSp>
      <p:grpSp>
        <p:nvGrpSpPr>
          <p:cNvPr name="Group 14" id="14"/>
          <p:cNvGrpSpPr/>
          <p:nvPr/>
        </p:nvGrpSpPr>
        <p:grpSpPr>
          <a:xfrm rot="8214413">
            <a:off x="9059802" y="8901296"/>
            <a:ext cx="714008" cy="714008"/>
            <a:chOff x="0" y="0"/>
            <a:chExt cx="952011" cy="95201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51992" cy="951992"/>
            </a:xfrm>
            <a:custGeom>
              <a:avLst/>
              <a:gdLst/>
              <a:ahLst/>
              <a:cxnLst/>
              <a:rect r="r" b="b" t="t" l="l"/>
              <a:pathLst>
                <a:path h="951992" w="951992">
                  <a:moveTo>
                    <a:pt x="0" y="0"/>
                  </a:moveTo>
                  <a:lnTo>
                    <a:pt x="951992" y="0"/>
                  </a:lnTo>
                  <a:lnTo>
                    <a:pt x="634619" y="317373"/>
                  </a:lnTo>
                  <a:lnTo>
                    <a:pt x="317373" y="317373"/>
                  </a:lnTo>
                  <a:lnTo>
                    <a:pt x="317373" y="634619"/>
                  </a:lnTo>
                  <a:lnTo>
                    <a:pt x="0" y="951992"/>
                  </a:lnTo>
                  <a:close/>
                </a:path>
              </a:pathLst>
            </a:custGeom>
            <a:gradFill rotWithShape="true">
              <a:gsLst>
                <a:gs pos="0">
                  <a:srgbClr val="F81034">
                    <a:alpha val="100000"/>
                  </a:srgbClr>
                </a:gs>
                <a:gs pos="28000">
                  <a:srgbClr val="F81034">
                    <a:alpha val="100000"/>
                  </a:srgbClr>
                </a:gs>
                <a:gs pos="100000">
                  <a:srgbClr val="420909">
                    <a:alpha val="100000"/>
                  </a:srgbClr>
                </a:gs>
              </a:gsLst>
              <a:lin ang="18785599"/>
            </a:gradFill>
          </p:spPr>
        </p:sp>
      </p:grpSp>
      <p:grpSp>
        <p:nvGrpSpPr>
          <p:cNvPr name="Group 16" id="16"/>
          <p:cNvGrpSpPr/>
          <p:nvPr/>
        </p:nvGrpSpPr>
        <p:grpSpPr>
          <a:xfrm rot="8214413">
            <a:off x="9585950" y="8901296"/>
            <a:ext cx="714008" cy="714008"/>
            <a:chOff x="0" y="0"/>
            <a:chExt cx="952011" cy="95201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51992" cy="951992"/>
            </a:xfrm>
            <a:custGeom>
              <a:avLst/>
              <a:gdLst/>
              <a:ahLst/>
              <a:cxnLst/>
              <a:rect r="r" b="b" t="t" l="l"/>
              <a:pathLst>
                <a:path h="951992" w="951992">
                  <a:moveTo>
                    <a:pt x="0" y="0"/>
                  </a:moveTo>
                  <a:lnTo>
                    <a:pt x="951992" y="0"/>
                  </a:lnTo>
                  <a:lnTo>
                    <a:pt x="634619" y="317373"/>
                  </a:lnTo>
                  <a:lnTo>
                    <a:pt x="317373" y="317373"/>
                  </a:lnTo>
                  <a:lnTo>
                    <a:pt x="317373" y="634619"/>
                  </a:lnTo>
                  <a:lnTo>
                    <a:pt x="0" y="951992"/>
                  </a:lnTo>
                  <a:close/>
                </a:path>
              </a:pathLst>
            </a:custGeom>
            <a:gradFill rotWithShape="true">
              <a:gsLst>
                <a:gs pos="0">
                  <a:srgbClr val="F81034">
                    <a:alpha val="100000"/>
                  </a:srgbClr>
                </a:gs>
                <a:gs pos="43000">
                  <a:srgbClr val="810A26">
                    <a:alpha val="100000"/>
                  </a:srgbClr>
                </a:gs>
                <a:gs pos="100000">
                  <a:srgbClr val="420909">
                    <a:alpha val="100000"/>
                  </a:srgbClr>
                </a:gs>
              </a:gsLst>
              <a:lin ang="5285619"/>
            </a:gradFill>
          </p:spPr>
        </p:sp>
      </p:grpSp>
      <p:grpSp>
        <p:nvGrpSpPr>
          <p:cNvPr name="Group 18" id="18"/>
          <p:cNvGrpSpPr/>
          <p:nvPr/>
        </p:nvGrpSpPr>
        <p:grpSpPr>
          <a:xfrm rot="8214413">
            <a:off x="10102600" y="8901296"/>
            <a:ext cx="714008" cy="714008"/>
            <a:chOff x="0" y="0"/>
            <a:chExt cx="952011" cy="95201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51992" cy="951992"/>
            </a:xfrm>
            <a:custGeom>
              <a:avLst/>
              <a:gdLst/>
              <a:ahLst/>
              <a:cxnLst/>
              <a:rect r="r" b="b" t="t" l="l"/>
              <a:pathLst>
                <a:path h="951992" w="951992">
                  <a:moveTo>
                    <a:pt x="0" y="0"/>
                  </a:moveTo>
                  <a:lnTo>
                    <a:pt x="951992" y="0"/>
                  </a:lnTo>
                  <a:lnTo>
                    <a:pt x="634619" y="317373"/>
                  </a:lnTo>
                  <a:lnTo>
                    <a:pt x="317373" y="317373"/>
                  </a:lnTo>
                  <a:lnTo>
                    <a:pt x="317373" y="634619"/>
                  </a:lnTo>
                  <a:lnTo>
                    <a:pt x="0" y="951992"/>
                  </a:lnTo>
                  <a:close/>
                </a:path>
              </a:pathLst>
            </a:custGeom>
            <a:gradFill rotWithShape="true">
              <a:gsLst>
                <a:gs pos="0">
                  <a:srgbClr val="F81034">
                    <a:alpha val="100000"/>
                  </a:srgbClr>
                </a:gs>
                <a:gs pos="9000">
                  <a:srgbClr val="810A26">
                    <a:alpha val="100000"/>
                  </a:srgbClr>
                </a:gs>
                <a:gs pos="100000">
                  <a:srgbClr val="420909">
                    <a:alpha val="100000"/>
                  </a:srgbClr>
                </a:gs>
              </a:gsLst>
              <a:lin ang="5285619"/>
            </a:gra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28151" y="2741451"/>
            <a:ext cx="16631698" cy="7021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61341" indent="-280670" lvl="1">
              <a:lnSpc>
                <a:spcPts val="4446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Intern</a:t>
            </a:r>
            <a:r>
              <a:rPr lang="en-US" sz="26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ational Powerlifting Federation. (2023). Technical rules book. </a:t>
            </a:r>
            <a:r>
              <a:rPr lang="en-US" sz="2600" u="sng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  <a:hlinkClick r:id="rId4" tooltip="https://www.powerlifting.sport"/>
              </a:rPr>
              <a:t>https://www.powerlifting.sport</a:t>
            </a:r>
          </a:p>
          <a:p>
            <a:pPr algn="just" marL="561341" indent="-280670" lvl="1">
              <a:lnSpc>
                <a:spcPts val="4446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Project Management Institute. (2021). A guide to the project management body of knowledge (PMBOK® guide) (7th ed.). Project Management Institute.</a:t>
            </a:r>
          </a:p>
          <a:p>
            <a:pPr algn="just" marL="561341" indent="-280670" lvl="1">
              <a:lnSpc>
                <a:spcPts val="4446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Meta Platforms, Inc. (2024). React Native documentation. </a:t>
            </a:r>
            <a:r>
              <a:rPr lang="en-US" sz="2600" u="sng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  <a:hlinkClick r:id="rId5" tooltip="https://reactnative.dev"/>
              </a:rPr>
              <a:t>https://reactnative.dev</a:t>
            </a:r>
          </a:p>
          <a:p>
            <a:pPr algn="just" marL="561341" indent="-280670" lvl="1">
              <a:lnSpc>
                <a:spcPts val="4446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Django Software Foundation. (2024). Django documentation. </a:t>
            </a:r>
            <a:r>
              <a:rPr lang="en-US" sz="2600" u="sng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  <a:hlinkClick r:id="rId6" tooltip="https://www.djangoproject.com"/>
              </a:rPr>
              <a:t>https://www.djangoproject.com</a:t>
            </a:r>
          </a:p>
          <a:p>
            <a:pPr algn="just" marL="561341" indent="-280670" lvl="1">
              <a:lnSpc>
                <a:spcPts val="4446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Google. (2024). Firebase documentation. </a:t>
            </a:r>
            <a:r>
              <a:rPr lang="en-US" sz="2600" u="sng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  <a:hlinkClick r:id="rId7" tooltip="https://firebase.google.com"/>
              </a:rPr>
              <a:t>https://firebase.google.com</a:t>
            </a:r>
          </a:p>
          <a:p>
            <a:pPr algn="just" marL="561341" indent="-280670" lvl="1">
              <a:lnSpc>
                <a:spcPts val="4446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International Organization for Standardization. (2022). ISO/IEC 27001:2022 — Information security management systems. ISO.</a:t>
            </a:r>
          </a:p>
          <a:p>
            <a:pPr algn="just" marL="561341" indent="-280670" lvl="1">
              <a:lnSpc>
                <a:spcPts val="4446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Duoc UC. (s. f.). Ingeniería en Informática. </a:t>
            </a:r>
            <a:r>
              <a:rPr lang="en-US" sz="2600" u="sng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  <a:hlinkClick r:id="rId8" tooltip="https://www.duoc.cl/carreras/ingenieria-en-informatica/?utm_source=chatgpt.com"/>
              </a:rPr>
              <a:t>https://www.duoc.cl/carreras/ingenieria-en-informatica/</a:t>
            </a:r>
          </a:p>
          <a:p>
            <a:pPr algn="just">
              <a:lnSpc>
                <a:spcPts val="4446"/>
              </a:lnSpc>
            </a:pPr>
          </a:p>
          <a:p>
            <a:pPr algn="just">
              <a:lnSpc>
                <a:spcPts val="4446"/>
              </a:lnSpc>
            </a:pPr>
          </a:p>
          <a:p>
            <a:pPr algn="just">
              <a:lnSpc>
                <a:spcPts val="3120"/>
              </a:lnSpc>
            </a:pPr>
          </a:p>
          <a:p>
            <a:pPr algn="just">
              <a:lnSpc>
                <a:spcPts val="3120"/>
              </a:lnSpc>
            </a:p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2"/>
            <a:ext cx="18288006" cy="10287002"/>
          </a:xfrm>
          <a:custGeom>
            <a:avLst/>
            <a:gdLst/>
            <a:ahLst/>
            <a:cxnLst/>
            <a:rect r="r" b="b" t="t" l="l"/>
            <a:pathLst>
              <a:path h="10287002" w="18288006">
                <a:moveTo>
                  <a:pt x="0" y="0"/>
                </a:moveTo>
                <a:lnTo>
                  <a:pt x="18288006" y="0"/>
                </a:lnTo>
                <a:lnTo>
                  <a:pt x="18288006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2585587">
            <a:off x="520002" y="9364730"/>
            <a:ext cx="514861" cy="514861"/>
            <a:chOff x="0" y="0"/>
            <a:chExt cx="952011" cy="95201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51992" cy="951992"/>
            </a:xfrm>
            <a:custGeom>
              <a:avLst/>
              <a:gdLst/>
              <a:ahLst/>
              <a:cxnLst/>
              <a:rect r="r" b="b" t="t" l="l"/>
              <a:pathLst>
                <a:path h="951992" w="951992">
                  <a:moveTo>
                    <a:pt x="951992" y="0"/>
                  </a:moveTo>
                  <a:lnTo>
                    <a:pt x="0" y="0"/>
                  </a:lnTo>
                  <a:lnTo>
                    <a:pt x="317373" y="317373"/>
                  </a:lnTo>
                  <a:lnTo>
                    <a:pt x="634619" y="317373"/>
                  </a:lnTo>
                  <a:lnTo>
                    <a:pt x="634619" y="634619"/>
                  </a:lnTo>
                  <a:lnTo>
                    <a:pt x="951992" y="951992"/>
                  </a:lnTo>
                  <a:close/>
                </a:path>
              </a:pathLst>
            </a:custGeom>
            <a:gradFill rotWithShape="true">
              <a:gsLst>
                <a:gs pos="0">
                  <a:srgbClr val="F81034">
                    <a:alpha val="100000"/>
                  </a:srgbClr>
                </a:gs>
                <a:gs pos="79000">
                  <a:srgbClr val="F81034">
                    <a:alpha val="100000"/>
                  </a:srgbClr>
                </a:gs>
                <a:gs pos="100000">
                  <a:srgbClr val="420909">
                    <a:alpha val="100000"/>
                  </a:srgbClr>
                </a:gs>
              </a:gsLst>
              <a:lin ang="2814425"/>
            </a:gradFill>
          </p:spPr>
        </p:sp>
      </p:grpSp>
      <p:grpSp>
        <p:nvGrpSpPr>
          <p:cNvPr name="Group 6" id="6"/>
          <p:cNvGrpSpPr/>
          <p:nvPr/>
        </p:nvGrpSpPr>
        <p:grpSpPr>
          <a:xfrm rot="2585587">
            <a:off x="897997" y="9364730"/>
            <a:ext cx="514861" cy="514861"/>
            <a:chOff x="0" y="0"/>
            <a:chExt cx="952011" cy="95201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51992" cy="951992"/>
            </a:xfrm>
            <a:custGeom>
              <a:avLst/>
              <a:gdLst/>
              <a:ahLst/>
              <a:cxnLst/>
              <a:rect r="r" b="b" t="t" l="l"/>
              <a:pathLst>
                <a:path h="951992" w="951992">
                  <a:moveTo>
                    <a:pt x="951992" y="0"/>
                  </a:moveTo>
                  <a:lnTo>
                    <a:pt x="0" y="0"/>
                  </a:lnTo>
                  <a:lnTo>
                    <a:pt x="317373" y="317373"/>
                  </a:lnTo>
                  <a:lnTo>
                    <a:pt x="634619" y="317373"/>
                  </a:lnTo>
                  <a:lnTo>
                    <a:pt x="634619" y="634619"/>
                  </a:lnTo>
                  <a:lnTo>
                    <a:pt x="951992" y="951992"/>
                  </a:lnTo>
                  <a:close/>
                </a:path>
              </a:pathLst>
            </a:custGeom>
            <a:gradFill rotWithShape="true">
              <a:gsLst>
                <a:gs pos="0">
                  <a:srgbClr val="F81034">
                    <a:alpha val="100000"/>
                  </a:srgbClr>
                </a:gs>
                <a:gs pos="28000">
                  <a:srgbClr val="F81034">
                    <a:alpha val="100000"/>
                  </a:srgbClr>
                </a:gs>
                <a:gs pos="100000">
                  <a:srgbClr val="420909">
                    <a:alpha val="100000"/>
                  </a:srgbClr>
                </a:gs>
              </a:gsLst>
              <a:lin ang="2814425"/>
            </a:gradFill>
          </p:spPr>
        </p:sp>
      </p:grpSp>
      <p:grpSp>
        <p:nvGrpSpPr>
          <p:cNvPr name="Group 8" id="8"/>
          <p:cNvGrpSpPr/>
          <p:nvPr/>
        </p:nvGrpSpPr>
        <p:grpSpPr>
          <a:xfrm rot="2585587">
            <a:off x="1277395" y="9364730"/>
            <a:ext cx="514861" cy="514861"/>
            <a:chOff x="0" y="0"/>
            <a:chExt cx="952011" cy="95201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51992" cy="951992"/>
            </a:xfrm>
            <a:custGeom>
              <a:avLst/>
              <a:gdLst/>
              <a:ahLst/>
              <a:cxnLst/>
              <a:rect r="r" b="b" t="t" l="l"/>
              <a:pathLst>
                <a:path h="951992" w="951992">
                  <a:moveTo>
                    <a:pt x="951992" y="0"/>
                  </a:moveTo>
                  <a:lnTo>
                    <a:pt x="0" y="0"/>
                  </a:lnTo>
                  <a:lnTo>
                    <a:pt x="317373" y="317373"/>
                  </a:lnTo>
                  <a:lnTo>
                    <a:pt x="634619" y="317373"/>
                  </a:lnTo>
                  <a:lnTo>
                    <a:pt x="634619" y="634619"/>
                  </a:lnTo>
                  <a:lnTo>
                    <a:pt x="951992" y="951992"/>
                  </a:lnTo>
                  <a:close/>
                </a:path>
              </a:pathLst>
            </a:custGeom>
            <a:gradFill rotWithShape="true">
              <a:gsLst>
                <a:gs pos="0">
                  <a:srgbClr val="F81034">
                    <a:alpha val="100000"/>
                  </a:srgbClr>
                </a:gs>
                <a:gs pos="43000">
                  <a:srgbClr val="810A26">
                    <a:alpha val="100000"/>
                  </a:srgbClr>
                </a:gs>
                <a:gs pos="100000">
                  <a:srgbClr val="420909">
                    <a:alpha val="100000"/>
                  </a:srgbClr>
                </a:gs>
              </a:gsLst>
              <a:lin ang="10914445"/>
            </a:gradFill>
          </p:spPr>
        </p:sp>
      </p:grpSp>
      <p:grpSp>
        <p:nvGrpSpPr>
          <p:cNvPr name="Group 10" id="10"/>
          <p:cNvGrpSpPr/>
          <p:nvPr/>
        </p:nvGrpSpPr>
        <p:grpSpPr>
          <a:xfrm rot="2585587">
            <a:off x="1649945" y="9364730"/>
            <a:ext cx="514861" cy="514861"/>
            <a:chOff x="0" y="0"/>
            <a:chExt cx="952011" cy="95201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51992" cy="951992"/>
            </a:xfrm>
            <a:custGeom>
              <a:avLst/>
              <a:gdLst/>
              <a:ahLst/>
              <a:cxnLst/>
              <a:rect r="r" b="b" t="t" l="l"/>
              <a:pathLst>
                <a:path h="951992" w="951992">
                  <a:moveTo>
                    <a:pt x="951992" y="0"/>
                  </a:moveTo>
                  <a:lnTo>
                    <a:pt x="0" y="0"/>
                  </a:lnTo>
                  <a:lnTo>
                    <a:pt x="317373" y="317373"/>
                  </a:lnTo>
                  <a:lnTo>
                    <a:pt x="634619" y="317373"/>
                  </a:lnTo>
                  <a:lnTo>
                    <a:pt x="634619" y="634619"/>
                  </a:lnTo>
                  <a:lnTo>
                    <a:pt x="951992" y="951992"/>
                  </a:lnTo>
                  <a:close/>
                </a:path>
              </a:pathLst>
            </a:custGeom>
            <a:gradFill rotWithShape="true">
              <a:gsLst>
                <a:gs pos="0">
                  <a:srgbClr val="F81034">
                    <a:alpha val="100000"/>
                  </a:srgbClr>
                </a:gs>
                <a:gs pos="9000">
                  <a:srgbClr val="810A26">
                    <a:alpha val="100000"/>
                  </a:srgbClr>
                </a:gs>
                <a:gs pos="100000">
                  <a:srgbClr val="420909">
                    <a:alpha val="100000"/>
                  </a:srgbClr>
                </a:gs>
              </a:gsLst>
              <a:lin ang="10914445"/>
            </a:gra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99050" y="84900"/>
            <a:ext cx="4094310" cy="1488840"/>
          </a:xfrm>
          <a:custGeom>
            <a:avLst/>
            <a:gdLst/>
            <a:ahLst/>
            <a:cxnLst/>
            <a:rect r="r" b="b" t="t" l="l"/>
            <a:pathLst>
              <a:path h="1488840" w="4094310">
                <a:moveTo>
                  <a:pt x="0" y="0"/>
                </a:moveTo>
                <a:lnTo>
                  <a:pt x="4094310" y="0"/>
                </a:lnTo>
                <a:lnTo>
                  <a:pt x="4094310" y="1488840"/>
                </a:lnTo>
                <a:lnTo>
                  <a:pt x="0" y="14888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170966" y="2724265"/>
            <a:ext cx="9875178" cy="301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99"/>
              </a:lnSpc>
            </a:pPr>
            <a:r>
              <a:rPr lang="en-US" b="true" sz="9999" i="true">
                <a:solidFill>
                  <a:srgbClr val="FFFFFF"/>
                </a:solidFill>
                <a:latin typeface="Montserrat Ultra-Bold Italics"/>
                <a:ea typeface="Montserrat Ultra-Bold Italics"/>
                <a:cs typeface="Montserrat Ultra-Bold Italics"/>
                <a:sym typeface="Montserrat Ultra-Bold Italics"/>
              </a:rPr>
              <a:t>Proyecto APT</a:t>
            </a:r>
          </a:p>
          <a:p>
            <a:pPr algn="ctr">
              <a:lnSpc>
                <a:spcPts val="11999"/>
              </a:lnSpc>
            </a:pPr>
            <a:r>
              <a:rPr lang="en-US" b="true" sz="9999" i="true">
                <a:gradFill>
                  <a:gsLst>
                    <a:gs pos="0">
                      <a:srgbClr val="F81034">
                        <a:alpha val="100000"/>
                      </a:srgbClr>
                    </a:gs>
                    <a:gs pos="28000">
                      <a:srgbClr val="F81034">
                        <a:alpha val="100000"/>
                      </a:srgbClr>
                    </a:gs>
                    <a:gs pos="100000">
                      <a:srgbClr val="420909">
                        <a:alpha val="100000"/>
                      </a:srgbClr>
                    </a:gs>
                  </a:gsLst>
                  <a:lin ang="18785599"/>
                </a:gradFill>
                <a:latin typeface="Montserrat Ultra-Bold Italics"/>
                <a:ea typeface="Montserrat Ultra-Bold Italics"/>
                <a:cs typeface="Montserrat Ultra-Bold Italics"/>
                <a:sym typeface="Montserrat Ultra-Bold Italics"/>
              </a:rPr>
              <a:t>PLift</a:t>
            </a:r>
          </a:p>
        </p:txBody>
      </p:sp>
      <p:grpSp>
        <p:nvGrpSpPr>
          <p:cNvPr name="Group 14" id="14"/>
          <p:cNvGrpSpPr/>
          <p:nvPr/>
        </p:nvGrpSpPr>
        <p:grpSpPr>
          <a:xfrm rot="-1799176">
            <a:off x="12121551" y="-814244"/>
            <a:ext cx="10275499" cy="11956944"/>
            <a:chOff x="0" y="0"/>
            <a:chExt cx="6985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81034">
                    <a:alpha val="100000"/>
                  </a:srgbClr>
                </a:gs>
                <a:gs pos="9000">
                  <a:srgbClr val="810A26">
                    <a:alpha val="100000"/>
                  </a:srgbClr>
                </a:gs>
                <a:gs pos="100000">
                  <a:srgbClr val="420909">
                    <a:alpha val="100000"/>
                  </a:srgbClr>
                </a:gs>
              </a:gsLst>
              <a:lin ang="5514445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-1799176">
            <a:off x="12583086" y="-798787"/>
            <a:ext cx="10248932" cy="11926030"/>
            <a:chOff x="0" y="0"/>
            <a:chExt cx="6985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CD0F3C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-1799176">
            <a:off x="13150251" y="-834271"/>
            <a:ext cx="10275499" cy="11956944"/>
            <a:chOff x="0" y="0"/>
            <a:chExt cx="6985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810A26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3476732" y="2480071"/>
            <a:ext cx="5193096" cy="5328259"/>
          </a:xfrm>
          <a:custGeom>
            <a:avLst/>
            <a:gdLst/>
            <a:ahLst/>
            <a:cxnLst/>
            <a:rect r="r" b="b" t="t" l="l"/>
            <a:pathLst>
              <a:path h="5328259" w="5193096">
                <a:moveTo>
                  <a:pt x="0" y="0"/>
                </a:moveTo>
                <a:lnTo>
                  <a:pt x="5193097" y="0"/>
                </a:lnTo>
                <a:lnTo>
                  <a:pt x="5193097" y="5328260"/>
                </a:lnTo>
                <a:lnTo>
                  <a:pt x="0" y="532826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5263" t="0" r="0" b="-5263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413572" y="6206190"/>
            <a:ext cx="7226574" cy="2847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Profesor:</a:t>
            </a:r>
          </a:p>
          <a:p>
            <a:pPr algn="l" marL="474981" indent="-237491" lvl="1">
              <a:lnSpc>
                <a:spcPts val="2640"/>
              </a:lnSpc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Aldo Martínez Ordenes</a:t>
            </a:r>
          </a:p>
          <a:p>
            <a:pPr algn="l">
              <a:lnSpc>
                <a:spcPts val="2672"/>
              </a:lnSpc>
            </a:pPr>
          </a:p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Integrantes: </a:t>
            </a:r>
          </a:p>
          <a:p>
            <a:pPr algn="l" marL="474981" indent="-237491" lvl="1">
              <a:lnSpc>
                <a:spcPts val="2640"/>
              </a:lnSpc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Alonso Barrera Silva</a:t>
            </a:r>
          </a:p>
          <a:p>
            <a:pPr algn="l" marL="474981" indent="-237491" lvl="1">
              <a:lnSpc>
                <a:spcPts val="2640"/>
              </a:lnSpc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Germán Macías Hernández </a:t>
            </a:r>
          </a:p>
          <a:p>
            <a:pPr algn="l" marL="474981" indent="-237491" lvl="1">
              <a:lnSpc>
                <a:spcPts val="2640"/>
              </a:lnSpc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Matías Muñoz Lillo</a:t>
            </a:r>
          </a:p>
          <a:p>
            <a:pPr algn="l" marL="474981" indent="-237491" lvl="1">
              <a:lnSpc>
                <a:spcPts val="2640"/>
              </a:lnSpc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Danae Venegas Maldonado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DAG3OCwSTDo</dc:identifier>
  <dcterms:modified xsi:type="dcterms:W3CDTF">2011-08-01T06:04:30Z</dcterms:modified>
  <cp:revision>1</cp:revision>
  <dc:title>PPT PRESENTACIÓN CAPSTONE</dc:title>
</cp:coreProperties>
</file>